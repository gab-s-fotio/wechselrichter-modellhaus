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5.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Lst>
  <p:sldSz cx="9144000" cy="5143500"/>
  <p:notesSz cx="5143500" cy="9144000"/>
</p:presentation>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5.xml><?xml version="1.0" encoding="utf-8"?>
<c:chartSpace xmlns:c="http://schemas.openxmlformats.org/drawingml/2006/chart" xmlns:a="http://schemas.openxmlformats.org/drawingml/2006/main" xmlns:r="http://schemas.openxmlformats.org/officeDocument/2006/relationships">
  <c:lang val="en-US"/>
  <c:roundedCorners val="0"/>
  <c:chart>
    <c:title>
      <c:tx>
        <c:rich>
          <a:bodyPr rot="0"/>
          <a:lstStyle/>
          <a:p>
            <a:pPr>
              <a:defRPr b="0" sz="1200" spc="-1" strike="noStrike">
                <a:solidFill>
                  <a:srgbClr val="1a1a1a"/>
                </a:solidFill>
                <a:latin typeface="Arial"/>
              </a:defRPr>
            </a:pPr>
            <a:r>
              <a:rPr b="0" sz="1200" spc="-1" strike="noStrike">
                <a:solidFill>
                  <a:srgbClr val="1a1a1a"/>
                </a:solidFill>
                <a:latin typeface="Arial"/>
              </a:rPr>
              <a:t>Tastverhältnis in % über eine Periode (Zeit in ms)</a:t>
            </a:r>
          </a:p>
        </c:rich>
      </c:tx>
      <c:overlay val="0"/>
      <c:spPr>
        <a:noFill/>
        <a:ln>
          <a:noFill/>
        </a:ln>
      </c:spPr>
    </c:title>
    <c:autoTitleDeleted val="0"/>
    <c:plotArea>
      <c:lineChart>
        <c:grouping val="standard"/>
        <c:varyColors val="0"/>
        <c:ser>
          <c:idx val="0"/>
          <c:order val="0"/>
          <c:tx>
            <c:strRef>
              <c:f>Sheet1!$B$1</c:f>
              <c:strCache>
                <c:ptCount val="1"/>
                <c:pt idx="0">
                  <c:v>Tastverhältnis</c:v>
                </c:pt>
              </c:strCache>
            </c:strRef>
          </c:tx>
          <c:spPr>
            <a:solidFill>
              <a:srgbClr val="80ba24"/>
            </a:solidFill>
            <a:ln w="38160">
              <a:solidFill>
                <a:srgbClr val="80ba24"/>
              </a:solidFill>
              <a:round/>
            </a:ln>
          </c:spPr>
          <c:marker>
            <c:symbol val="none"/>
          </c:marker>
          <c:dLbls>
            <c:numFmt formatCode="#,##0" sourceLinked="0"/>
            <c:txPr>
              <a:bodyPr/>
              <a:lstStyle/>
              <a:p>
                <a:pPr>
                  <a:defRPr b="0" sz="1200" spc="-1" strike="noStrike">
                    <a:solidFill>
                      <a:srgbClr val="000000"/>
                    </a:solidFill>
                    <a:latin typeface="Arial"/>
                  </a:defRPr>
                </a:pPr>
              </a:p>
            </c:txPr>
            <c:dLblPos val="r"/>
            <c:showLegendKey val="0"/>
            <c:showVal val="0"/>
            <c:showCatName val="0"/>
            <c:showSerName val="0"/>
            <c:showPercent val="0"/>
            <c:separator>; </c:separator>
            <c:showLeaderLines val="0"/>
          </c:dLbls>
          <c:cat>
            <c:strRef>
              <c:f>Sheet1!$A$2:$A$42</c:f>
              <c:strCache>
                <c:ptCount val="41"/>
                <c:pt idx="0">
                  <c:v>0</c:v>
                </c:pt>
                <c:pt idx="1">
                  <c:v>0,5</c:v>
                </c:pt>
                <c:pt idx="2">
                  <c:v>1</c:v>
                </c:pt>
                <c:pt idx="3">
                  <c:v>1,5</c:v>
                </c:pt>
                <c:pt idx="4">
                  <c:v>2</c:v>
                </c:pt>
                <c:pt idx="5">
                  <c:v>2,5</c:v>
                </c:pt>
                <c:pt idx="6">
                  <c:v>3</c:v>
                </c:pt>
                <c:pt idx="7">
                  <c:v>3,5</c:v>
                </c:pt>
                <c:pt idx="8">
                  <c:v>4</c:v>
                </c:pt>
                <c:pt idx="9">
                  <c:v>4,5</c:v>
                </c:pt>
                <c:pt idx="10">
                  <c:v>5</c:v>
                </c:pt>
                <c:pt idx="11">
                  <c:v>5,5</c:v>
                </c:pt>
                <c:pt idx="12">
                  <c:v>6</c:v>
                </c:pt>
                <c:pt idx="13">
                  <c:v>6,5</c:v>
                </c:pt>
                <c:pt idx="14">
                  <c:v>7</c:v>
                </c:pt>
                <c:pt idx="15">
                  <c:v>7,5</c:v>
                </c:pt>
                <c:pt idx="16">
                  <c:v>8</c:v>
                </c:pt>
                <c:pt idx="17">
                  <c:v>8,5</c:v>
                </c:pt>
                <c:pt idx="18">
                  <c:v>9</c:v>
                </c:pt>
                <c:pt idx="19">
                  <c:v>9,5</c:v>
                </c:pt>
                <c:pt idx="20">
                  <c:v>10</c:v>
                </c:pt>
                <c:pt idx="21">
                  <c:v>10,5</c:v>
                </c:pt>
                <c:pt idx="22">
                  <c:v>11</c:v>
                </c:pt>
                <c:pt idx="23">
                  <c:v>11,5</c:v>
                </c:pt>
                <c:pt idx="24">
                  <c:v>12</c:v>
                </c:pt>
                <c:pt idx="25">
                  <c:v>12,5</c:v>
                </c:pt>
                <c:pt idx="26">
                  <c:v>13</c:v>
                </c:pt>
                <c:pt idx="27">
                  <c:v>13,5</c:v>
                </c:pt>
                <c:pt idx="28">
                  <c:v>14</c:v>
                </c:pt>
                <c:pt idx="29">
                  <c:v>14,5</c:v>
                </c:pt>
                <c:pt idx="30">
                  <c:v>15</c:v>
                </c:pt>
                <c:pt idx="31">
                  <c:v>15,5</c:v>
                </c:pt>
                <c:pt idx="32">
                  <c:v>16</c:v>
                </c:pt>
                <c:pt idx="33">
                  <c:v>16,5</c:v>
                </c:pt>
                <c:pt idx="34">
                  <c:v>17</c:v>
                </c:pt>
                <c:pt idx="35">
                  <c:v>17,5</c:v>
                </c:pt>
                <c:pt idx="36">
                  <c:v>18</c:v>
                </c:pt>
                <c:pt idx="37">
                  <c:v>18,5</c:v>
                </c:pt>
                <c:pt idx="38">
                  <c:v>19</c:v>
                </c:pt>
                <c:pt idx="39">
                  <c:v>19,5</c:v>
                </c:pt>
                <c:pt idx="40">
                  <c:v>20</c:v>
                </c:pt>
              </c:strCache>
            </c:strRef>
          </c:cat>
          <c:val>
            <c:numRef>
              <c:f>Sheet1!$B$2:$B$42</c:f>
              <c:numCache>
                <c:formatCode>General</c:formatCode>
                <c:ptCount val="41"/>
                <c:pt idx="0">
                  <c:v>50.0</c:v>
                </c:pt>
                <c:pt idx="1">
                  <c:v>55.5</c:v>
                </c:pt>
                <c:pt idx="2">
                  <c:v>60.8</c:v>
                </c:pt>
                <c:pt idx="3">
                  <c:v>65.9</c:v>
                </c:pt>
                <c:pt idx="4">
                  <c:v>70.6</c:v>
                </c:pt>
                <c:pt idx="5">
                  <c:v>74.7</c:v>
                </c:pt>
                <c:pt idx="6">
                  <c:v>78.3</c:v>
                </c:pt>
                <c:pt idx="7">
                  <c:v>81.2</c:v>
                </c:pt>
                <c:pt idx="8">
                  <c:v>83.3</c:v>
                </c:pt>
                <c:pt idx="9">
                  <c:v>84.6</c:v>
                </c:pt>
                <c:pt idx="10">
                  <c:v>85.0</c:v>
                </c:pt>
                <c:pt idx="11">
                  <c:v>84.6</c:v>
                </c:pt>
                <c:pt idx="12">
                  <c:v>83.3</c:v>
                </c:pt>
                <c:pt idx="13">
                  <c:v>81.2</c:v>
                </c:pt>
                <c:pt idx="14">
                  <c:v>78.3</c:v>
                </c:pt>
                <c:pt idx="15">
                  <c:v>74.7</c:v>
                </c:pt>
                <c:pt idx="16">
                  <c:v>70.6</c:v>
                </c:pt>
                <c:pt idx="17">
                  <c:v>65.9</c:v>
                </c:pt>
                <c:pt idx="18">
                  <c:v>60.8</c:v>
                </c:pt>
                <c:pt idx="19">
                  <c:v>55.5</c:v>
                </c:pt>
                <c:pt idx="20">
                  <c:v>50.0</c:v>
                </c:pt>
                <c:pt idx="21">
                  <c:v>44.5</c:v>
                </c:pt>
                <c:pt idx="22">
                  <c:v>39.2</c:v>
                </c:pt>
                <c:pt idx="23">
                  <c:v>34.1</c:v>
                </c:pt>
                <c:pt idx="24">
                  <c:v>29.4</c:v>
                </c:pt>
                <c:pt idx="25">
                  <c:v>25.3</c:v>
                </c:pt>
                <c:pt idx="26">
                  <c:v>21.7</c:v>
                </c:pt>
                <c:pt idx="27">
                  <c:v>18.8</c:v>
                </c:pt>
                <c:pt idx="28">
                  <c:v>16.7</c:v>
                </c:pt>
                <c:pt idx="29">
                  <c:v>15.4</c:v>
                </c:pt>
                <c:pt idx="30">
                  <c:v>15.0</c:v>
                </c:pt>
                <c:pt idx="31">
                  <c:v>15.4</c:v>
                </c:pt>
                <c:pt idx="32">
                  <c:v>16.7</c:v>
                </c:pt>
                <c:pt idx="33">
                  <c:v>18.8</c:v>
                </c:pt>
                <c:pt idx="34">
                  <c:v>21.7</c:v>
                </c:pt>
                <c:pt idx="35">
                  <c:v>25.3</c:v>
                </c:pt>
                <c:pt idx="36">
                  <c:v>29.4</c:v>
                </c:pt>
                <c:pt idx="37">
                  <c:v>34.1</c:v>
                </c:pt>
                <c:pt idx="38">
                  <c:v>39.2</c:v>
                </c:pt>
                <c:pt idx="39">
                  <c:v>44.5</c:v>
                </c:pt>
                <c:pt idx="40">
                  <c:v>50.0</c:v>
                </c:pt>
              </c:numCache>
            </c:numRef>
          </c:val>
          <c:smooth val="0"/>
        </c:ser>
        <c:ser>
          <c:idx val="1"/>
          <c:order val="1"/>
          <c:tx>
            <c:strRef>
              <c:f>Sheet1!$C$1</c:f>
              <c:strCache>
                <c:ptCount val="1"/>
                <c:pt idx="0">
                  <c:v>50 % = 0 V am Ausgang</c:v>
                </c:pt>
              </c:strCache>
            </c:strRef>
          </c:tx>
          <c:spPr>
            <a:solidFill>
              <a:srgbClr val="a9b1b6"/>
            </a:solidFill>
            <a:ln w="38160">
              <a:solidFill>
                <a:srgbClr val="a9b1b6"/>
              </a:solidFill>
              <a:round/>
            </a:ln>
          </c:spPr>
          <c:marker>
            <c:symbol val="none"/>
          </c:marker>
          <c:dLbls>
            <c:numFmt formatCode="#,##0" sourceLinked="0"/>
            <c:txPr>
              <a:bodyPr/>
              <a:lstStyle/>
              <a:p>
                <a:pPr>
                  <a:defRPr b="0" sz="1200" spc="-1" strike="noStrike">
                    <a:solidFill>
                      <a:srgbClr val="000000"/>
                    </a:solidFill>
                    <a:latin typeface="Arial"/>
                  </a:defRPr>
                </a:pPr>
              </a:p>
            </c:txPr>
            <c:dLblPos val="r"/>
            <c:showLegendKey val="0"/>
            <c:showVal val="0"/>
            <c:showCatName val="0"/>
            <c:showSerName val="0"/>
            <c:showPercent val="0"/>
            <c:separator>; </c:separator>
            <c:showLeaderLines val="0"/>
          </c:dLbls>
          <c:cat>
            <c:strRef>
              <c:f>Sheet1!$A$2:$A$42</c:f>
              <c:strCache>
                <c:ptCount val="41"/>
                <c:pt idx="0">
                  <c:v>0</c:v>
                </c:pt>
                <c:pt idx="1">
                  <c:v>0,5</c:v>
                </c:pt>
                <c:pt idx="2">
                  <c:v>1</c:v>
                </c:pt>
                <c:pt idx="3">
                  <c:v>1,5</c:v>
                </c:pt>
                <c:pt idx="4">
                  <c:v>2</c:v>
                </c:pt>
                <c:pt idx="5">
                  <c:v>2,5</c:v>
                </c:pt>
                <c:pt idx="6">
                  <c:v>3</c:v>
                </c:pt>
                <c:pt idx="7">
                  <c:v>3,5</c:v>
                </c:pt>
                <c:pt idx="8">
                  <c:v>4</c:v>
                </c:pt>
                <c:pt idx="9">
                  <c:v>4,5</c:v>
                </c:pt>
                <c:pt idx="10">
                  <c:v>5</c:v>
                </c:pt>
                <c:pt idx="11">
                  <c:v>5,5</c:v>
                </c:pt>
                <c:pt idx="12">
                  <c:v>6</c:v>
                </c:pt>
                <c:pt idx="13">
                  <c:v>6,5</c:v>
                </c:pt>
                <c:pt idx="14">
                  <c:v>7</c:v>
                </c:pt>
                <c:pt idx="15">
                  <c:v>7,5</c:v>
                </c:pt>
                <c:pt idx="16">
                  <c:v>8</c:v>
                </c:pt>
                <c:pt idx="17">
                  <c:v>8,5</c:v>
                </c:pt>
                <c:pt idx="18">
                  <c:v>9</c:v>
                </c:pt>
                <c:pt idx="19">
                  <c:v>9,5</c:v>
                </c:pt>
                <c:pt idx="20">
                  <c:v>10</c:v>
                </c:pt>
                <c:pt idx="21">
                  <c:v>10,5</c:v>
                </c:pt>
                <c:pt idx="22">
                  <c:v>11</c:v>
                </c:pt>
                <c:pt idx="23">
                  <c:v>11,5</c:v>
                </c:pt>
                <c:pt idx="24">
                  <c:v>12</c:v>
                </c:pt>
                <c:pt idx="25">
                  <c:v>12,5</c:v>
                </c:pt>
                <c:pt idx="26">
                  <c:v>13</c:v>
                </c:pt>
                <c:pt idx="27">
                  <c:v>13,5</c:v>
                </c:pt>
                <c:pt idx="28">
                  <c:v>14</c:v>
                </c:pt>
                <c:pt idx="29">
                  <c:v>14,5</c:v>
                </c:pt>
                <c:pt idx="30">
                  <c:v>15</c:v>
                </c:pt>
                <c:pt idx="31">
                  <c:v>15,5</c:v>
                </c:pt>
                <c:pt idx="32">
                  <c:v>16</c:v>
                </c:pt>
                <c:pt idx="33">
                  <c:v>16,5</c:v>
                </c:pt>
                <c:pt idx="34">
                  <c:v>17</c:v>
                </c:pt>
                <c:pt idx="35">
                  <c:v>17,5</c:v>
                </c:pt>
                <c:pt idx="36">
                  <c:v>18</c:v>
                </c:pt>
                <c:pt idx="37">
                  <c:v>18,5</c:v>
                </c:pt>
                <c:pt idx="38">
                  <c:v>19</c:v>
                </c:pt>
                <c:pt idx="39">
                  <c:v>19,5</c:v>
                </c:pt>
                <c:pt idx="40">
                  <c:v>20</c:v>
                </c:pt>
              </c:strCache>
            </c:strRef>
          </c:cat>
          <c:val>
            <c:numRef>
              <c:f>Sheet1!$C$2:$C$42</c:f>
              <c:numCache>
                <c:formatCode>General</c:formatCode>
                <c:ptCount val="41"/>
                <c:pt idx="0">
                  <c:v>50</c:v>
                </c:pt>
                <c:pt idx="1">
                  <c:v>50</c:v>
                </c:pt>
                <c:pt idx="2">
                  <c:v>50</c:v>
                </c:pt>
                <c:pt idx="3">
                  <c:v>50</c:v>
                </c:pt>
                <c:pt idx="4">
                  <c:v>50</c:v>
                </c:pt>
                <c:pt idx="5">
                  <c:v>50</c:v>
                </c:pt>
                <c:pt idx="6">
                  <c:v>50</c:v>
                </c:pt>
                <c:pt idx="7">
                  <c:v>50</c:v>
                </c:pt>
                <c:pt idx="8">
                  <c:v>50</c:v>
                </c:pt>
                <c:pt idx="9">
                  <c:v>50</c:v>
                </c:pt>
                <c:pt idx="10">
                  <c:v>50</c:v>
                </c:pt>
                <c:pt idx="11">
                  <c:v>50</c:v>
                </c:pt>
                <c:pt idx="12">
                  <c:v>50</c:v>
                </c:pt>
                <c:pt idx="13">
                  <c:v>50</c:v>
                </c:pt>
                <c:pt idx="14">
                  <c:v>50</c:v>
                </c:pt>
                <c:pt idx="15">
                  <c:v>50</c:v>
                </c:pt>
                <c:pt idx="16">
                  <c:v>50</c:v>
                </c:pt>
                <c:pt idx="17">
                  <c:v>50</c:v>
                </c:pt>
                <c:pt idx="18">
                  <c:v>50</c:v>
                </c:pt>
                <c:pt idx="19">
                  <c:v>50</c:v>
                </c:pt>
                <c:pt idx="20">
                  <c:v>50</c:v>
                </c:pt>
                <c:pt idx="21">
                  <c:v>50</c:v>
                </c:pt>
                <c:pt idx="22">
                  <c:v>50</c:v>
                </c:pt>
                <c:pt idx="23">
                  <c:v>50</c:v>
                </c:pt>
                <c:pt idx="24">
                  <c:v>50</c:v>
                </c:pt>
                <c:pt idx="25">
                  <c:v>50</c:v>
                </c:pt>
                <c:pt idx="26">
                  <c:v>50</c:v>
                </c:pt>
                <c:pt idx="27">
                  <c:v>50</c:v>
                </c:pt>
                <c:pt idx="28">
                  <c:v>50</c:v>
                </c:pt>
                <c:pt idx="29">
                  <c:v>50</c:v>
                </c:pt>
                <c:pt idx="30">
                  <c:v>50</c:v>
                </c:pt>
                <c:pt idx="31">
                  <c:v>50</c:v>
                </c:pt>
                <c:pt idx="32">
                  <c:v>50</c:v>
                </c:pt>
                <c:pt idx="33">
                  <c:v>50</c:v>
                </c:pt>
                <c:pt idx="34">
                  <c:v>50</c:v>
                </c:pt>
                <c:pt idx="35">
                  <c:v>50</c:v>
                </c:pt>
                <c:pt idx="36">
                  <c:v>50</c:v>
                </c:pt>
                <c:pt idx="37">
                  <c:v>50</c:v>
                </c:pt>
                <c:pt idx="38">
                  <c:v>50</c:v>
                </c:pt>
                <c:pt idx="39">
                  <c:v>50</c:v>
                </c:pt>
                <c:pt idx="40">
                  <c:v>50</c:v>
                </c:pt>
              </c:numCache>
            </c:numRef>
          </c:val>
          <c:smooth val="0"/>
        </c:ser>
        <c:hiLowLines>
          <c:spPr>
            <a:ln>
              <a:noFill/>
            </a:ln>
          </c:spPr>
        </c:hiLowLines>
        <c:marker val="0"/>
        <c:axId val="7068250"/>
        <c:axId val="67652368"/>
      </c:lineChart>
      <c:catAx>
        <c:axId val="7068250"/>
        <c:scaling>
          <c:orientation val="minMax"/>
        </c:scaling>
        <c:delete val="0"/>
        <c:axPos val="b"/>
        <c:numFmt formatCode="General" sourceLinked="0"/>
        <c:majorTickMark val="out"/>
        <c:minorTickMark val="none"/>
        <c:tickLblPos val="low"/>
        <c:spPr>
          <a:ln w="12600">
            <a:solidFill>
              <a:srgbClr val="888888"/>
            </a:solidFill>
            <a:round/>
          </a:ln>
        </c:spPr>
        <c:txPr>
          <a:bodyPr rot="0" vert="horz"/>
          <a:lstStyle/>
          <a:p>
            <a:pPr>
              <a:defRPr b="0" sz="1100" spc="-1" strike="noStrike">
                <a:solidFill>
                  <a:srgbClr val="4b545c"/>
                </a:solidFill>
                <a:latin typeface="Arial"/>
              </a:defRPr>
            </a:pPr>
          </a:p>
        </c:txPr>
        <c:crossAx val="67652368"/>
        <c:crosses val="autoZero"/>
        <c:auto val="1"/>
        <c:lblAlgn val="ctr"/>
        <c:lblOffset val="100"/>
        <c:tickLblSkip val="8"/>
        <c:tickMarkSkip val="8"/>
      </c:catAx>
      <c:valAx>
        <c:axId val="67652368"/>
        <c:scaling>
          <c:orientation val="minMax"/>
          <c:max val="100"/>
          <c:min val="0"/>
        </c:scaling>
        <c:delete val="0"/>
        <c:axPos val="l"/>
        <c:majorGridlines>
          <c:spPr>
            <a:ln w="6480">
              <a:solidFill>
                <a:srgbClr val="dde3e0"/>
              </a:solidFill>
              <a:round/>
            </a:ln>
          </c:spPr>
        </c:majorGridlines>
        <c:numFmt formatCode="General" sourceLinked="0"/>
        <c:majorTickMark val="out"/>
        <c:minorTickMark val="none"/>
        <c:tickLblPos val="nextTo"/>
        <c:spPr>
          <a:ln w="12600">
            <a:solidFill>
              <a:srgbClr val="888888"/>
            </a:solidFill>
            <a:round/>
          </a:ln>
        </c:spPr>
        <c:txPr>
          <a:bodyPr/>
          <a:lstStyle/>
          <a:p>
            <a:pPr>
              <a:defRPr b="0" sz="1100" spc="-1" strike="noStrike">
                <a:solidFill>
                  <a:srgbClr val="4b545c"/>
                </a:solidFill>
                <a:latin typeface="Arial"/>
              </a:defRPr>
            </a:pPr>
          </a:p>
        </c:txPr>
        <c:crossAx val="7068250"/>
        <c:crosses val="autoZero"/>
        <c:crossBetween val="midCat"/>
        <c:majorUnit val="25"/>
      </c:valAx>
      <c:spPr>
        <a:noFill/>
        <a:ln>
          <a:noFill/>
        </a:ln>
      </c:spPr>
    </c:plotArea>
    <c:legend>
      <c:legendPos val="b"/>
      <c:overlay val="0"/>
      <c:spPr>
        <a:noFill/>
        <a:ln>
          <a:noFill/>
        </a:ln>
      </c:spPr>
      <c:txPr>
        <a:bodyPr/>
        <a:lstStyle/>
        <a:p>
          <a:pPr>
            <a:defRPr b="0" sz="1100" spc="-1" strike="noStrike">
              <a:solidFill>
                <a:srgbClr val="4b545c"/>
              </a:solidFill>
              <a:latin typeface="Arial"/>
            </a:defRPr>
          </a:pPr>
        </a:p>
      </c:txPr>
    </c:legend>
    <c:plotVisOnly val="1"/>
    <c:dispBlanksAs val="span"/>
  </c:chart>
  <c:spPr>
    <a:noFill/>
    <a:ln>
      <a:noFill/>
    </a:ln>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0" name="PlaceHolder 1"/>
          <p:cNvSpPr>
            <a:spLocks noGrp="1"/>
          </p:cNvSpPr>
          <p:nvPr>
            <p:ph type="sldImg"/>
          </p:nvPr>
        </p:nvSpPr>
        <p:spPr>
          <a:xfrm>
            <a:off x="216000" y="812520"/>
            <a:ext cx="7127280" cy="4008960"/>
          </a:xfrm>
          <a:prstGeom prst="rect">
            <a:avLst/>
          </a:prstGeom>
        </p:spPr>
        <p:txBody>
          <a:bodyPr lIns="0" rIns="0" tIns="0" bIns="0" anchor="ctr">
            <a:noAutofit/>
          </a:bodyPr>
          <a:p>
            <a:r>
              <a:rPr b="0" lang="de-DE" sz="1800" spc="-1" strike="noStrike">
                <a:solidFill>
                  <a:srgbClr val="1a1a1a"/>
                </a:solidFill>
                <a:latin typeface="Arial"/>
              </a:rPr>
              <a:t>Click to move the slide</a:t>
            </a:r>
            <a:endParaRPr b="0" lang="de-DE" sz="1800" spc="-1" strike="noStrike">
              <a:solidFill>
                <a:srgbClr val="1a1a1a"/>
              </a:solidFill>
              <a:latin typeface="Arial"/>
            </a:endParaRPr>
          </a:p>
        </p:txBody>
      </p:sp>
      <p:sp>
        <p:nvSpPr>
          <p:cNvPr id="91" name="PlaceHolder 2"/>
          <p:cNvSpPr>
            <a:spLocks noGrp="1"/>
          </p:cNvSpPr>
          <p:nvPr>
            <p:ph type="body"/>
          </p:nvPr>
        </p:nvSpPr>
        <p:spPr>
          <a:xfrm>
            <a:off x="756000" y="5078520"/>
            <a:ext cx="6047640" cy="4811040"/>
          </a:xfrm>
          <a:prstGeom prst="rect">
            <a:avLst/>
          </a:prstGeom>
        </p:spPr>
        <p:txBody>
          <a:bodyPr lIns="0" rIns="0" tIns="0" bIns="0">
            <a:noAutofit/>
          </a:bodyPr>
          <a:p>
            <a:r>
              <a:rPr b="0" lang="de-DE" sz="2000" spc="-1" strike="noStrike">
                <a:latin typeface="Arial"/>
              </a:rPr>
              <a:t>Click to edit the notes format</a:t>
            </a:r>
            <a:endParaRPr b="0" lang="de-DE" sz="2000" spc="-1" strike="noStrike">
              <a:latin typeface="Arial"/>
            </a:endParaRPr>
          </a:p>
        </p:txBody>
      </p:sp>
      <p:sp>
        <p:nvSpPr>
          <p:cNvPr id="92" name="PlaceHolder 3"/>
          <p:cNvSpPr>
            <a:spLocks noGrp="1"/>
          </p:cNvSpPr>
          <p:nvPr>
            <p:ph type="hdr"/>
          </p:nvPr>
        </p:nvSpPr>
        <p:spPr>
          <a:xfrm>
            <a:off x="0" y="0"/>
            <a:ext cx="3280680" cy="534240"/>
          </a:xfrm>
          <a:prstGeom prst="rect">
            <a:avLst/>
          </a:prstGeom>
        </p:spPr>
        <p:txBody>
          <a:bodyPr lIns="0" rIns="0" tIns="0" bIns="0">
            <a:noAutofit/>
          </a:bodyPr>
          <a:p>
            <a:r>
              <a:rPr b="0" lang="de-DE" sz="1400" spc="-1" strike="noStrike">
                <a:latin typeface="Times New Roman"/>
              </a:rPr>
              <a:t> </a:t>
            </a:r>
            <a:endParaRPr b="0" lang="de-DE" sz="1400" spc="-1" strike="noStrike">
              <a:latin typeface="Times New Roman"/>
            </a:endParaRPr>
          </a:p>
        </p:txBody>
      </p:sp>
      <p:sp>
        <p:nvSpPr>
          <p:cNvPr id="93" name="PlaceHolder 4"/>
          <p:cNvSpPr>
            <a:spLocks noGrp="1"/>
          </p:cNvSpPr>
          <p:nvPr>
            <p:ph type="dt"/>
          </p:nvPr>
        </p:nvSpPr>
        <p:spPr>
          <a:xfrm>
            <a:off x="4278960" y="0"/>
            <a:ext cx="3280680" cy="534240"/>
          </a:xfrm>
          <a:prstGeom prst="rect">
            <a:avLst/>
          </a:prstGeom>
        </p:spPr>
        <p:txBody>
          <a:bodyPr lIns="0" rIns="0" tIns="0" bIns="0">
            <a:noAutofit/>
          </a:bodyPr>
          <a:p>
            <a:pPr algn="r"/>
            <a:r>
              <a:rPr b="0" lang="de-DE" sz="1400" spc="-1" strike="noStrike">
                <a:latin typeface="Times New Roman"/>
              </a:rPr>
              <a:t> </a:t>
            </a:r>
            <a:endParaRPr b="0" lang="de-DE" sz="1400" spc="-1" strike="noStrike">
              <a:latin typeface="Times New Roman"/>
            </a:endParaRPr>
          </a:p>
        </p:txBody>
      </p:sp>
      <p:sp>
        <p:nvSpPr>
          <p:cNvPr id="94" name="PlaceHolder 5"/>
          <p:cNvSpPr>
            <a:spLocks noGrp="1"/>
          </p:cNvSpPr>
          <p:nvPr>
            <p:ph type="ftr"/>
          </p:nvPr>
        </p:nvSpPr>
        <p:spPr>
          <a:xfrm>
            <a:off x="0" y="10157400"/>
            <a:ext cx="3280680" cy="534240"/>
          </a:xfrm>
          <a:prstGeom prst="rect">
            <a:avLst/>
          </a:prstGeom>
        </p:spPr>
        <p:txBody>
          <a:bodyPr lIns="0" rIns="0" tIns="0" bIns="0" anchor="b">
            <a:noAutofit/>
          </a:bodyPr>
          <a:p>
            <a:r>
              <a:rPr b="0" lang="de-DE" sz="1400" spc="-1" strike="noStrike">
                <a:latin typeface="Times New Roman"/>
              </a:rPr>
              <a:t> </a:t>
            </a:r>
            <a:endParaRPr b="0" lang="de-DE" sz="1400" spc="-1" strike="noStrike">
              <a:latin typeface="Times New Roman"/>
            </a:endParaRPr>
          </a:p>
        </p:txBody>
      </p:sp>
      <p:sp>
        <p:nvSpPr>
          <p:cNvPr id="95" name="PlaceHolder 6"/>
          <p:cNvSpPr>
            <a:spLocks noGrp="1"/>
          </p:cNvSpPr>
          <p:nvPr>
            <p:ph type="sldNum"/>
          </p:nvPr>
        </p:nvSpPr>
        <p:spPr>
          <a:xfrm>
            <a:off x="4278960" y="10157400"/>
            <a:ext cx="3280680" cy="534240"/>
          </a:xfrm>
          <a:prstGeom prst="rect">
            <a:avLst/>
          </a:prstGeom>
        </p:spPr>
        <p:txBody>
          <a:bodyPr lIns="0" rIns="0" tIns="0" bIns="0" anchor="b">
            <a:noAutofit/>
          </a:bodyPr>
          <a:p>
            <a:pPr algn="r"/>
            <a:fld id="{E05B07C6-0B92-48E8-BA1E-D39EC025B432}" type="slidenum">
              <a:rPr b="0" lang="de-DE" sz="1400" spc="-1" strike="noStrike">
                <a:latin typeface="Times New Roman"/>
              </a:rPr>
              <a:t>1</a:t>
            </a:fld>
            <a:endParaRPr b="0" lang="de-DE" sz="1400" spc="-1" strike="noStrike">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5" name="PlaceHolder 1"/>
          <p:cNvSpPr>
            <a:spLocks noGrp="1"/>
          </p:cNvSpPr>
          <p:nvPr>
            <p:ph type="sldImg"/>
          </p:nvPr>
        </p:nvSpPr>
        <p:spPr>
          <a:xfrm>
            <a:off x="685800" y="1143000"/>
            <a:ext cx="5486040" cy="3085920"/>
          </a:xfrm>
          <a:prstGeom prst="rect">
            <a:avLst/>
          </a:prstGeom>
        </p:spPr>
      </p:sp>
      <p:sp>
        <p:nvSpPr>
          <p:cNvPr id="366" name="PlaceHolder 2"/>
          <p:cNvSpPr>
            <a:spLocks noGrp="1"/>
          </p:cNvSpPr>
          <p:nvPr>
            <p:ph type="body"/>
          </p:nvPr>
        </p:nvSpPr>
        <p:spPr>
          <a:xfrm>
            <a:off x="685800" y="4400640"/>
            <a:ext cx="5486040" cy="3600000"/>
          </a:xfrm>
          <a:prstGeom prst="rect">
            <a:avLst/>
          </a:prstGeom>
        </p:spPr>
        <p:txBody>
          <a:bodyPr>
            <a:noAutofit/>
          </a:bodyPr>
          <a:p>
            <a:r>
              <a:rPr b="0" lang="de-DE" sz="2000" spc="-1" strike="noStrike">
                <a:latin typeface="Arial"/>
              </a:rPr>
              <a:t>Herzlich willkommen zur Präsentation meiner Projektphase. Mein Name ist Gaby Fotio, und mein Projekt heißt: Wechselrichter für ein Modellhaus.</a:t>
            </a:r>
            <a:endParaRPr b="0" lang="de-DE" sz="2000" spc="-1" strike="noStrike">
              <a:latin typeface="Arial"/>
            </a:endParaRPr>
          </a:p>
          <a:p>
            <a:endParaRPr b="0" lang="de-DE" sz="2000" spc="-1" strike="noStrike">
              <a:latin typeface="Arial"/>
            </a:endParaRPr>
          </a:p>
          <a:p>
            <a:r>
              <a:rPr b="0" lang="de-DE" sz="2000" spc="-1" strike="noStrike">
                <a:latin typeface="Arial"/>
              </a:rPr>
              <a:t>Im Vordergrund sehen Sie die 12-Volt-Lampe in ihrer Fassung, dahinter meinen Versuchsaufbau mit der Ringkerndrossel und den Steckklemmen. Diese Lampe wird mit Wechselspannung versorgt, die mein Wechselrichter aus einer Gleichspannung erzeugt.</a:t>
            </a:r>
            <a:endParaRPr b="0" lang="de-DE" sz="2000" spc="-1" strike="noStrike">
              <a:latin typeface="Arial"/>
            </a:endParaRPr>
          </a:p>
          <a:p>
            <a:endParaRPr b="0" lang="de-DE" sz="2000" spc="-1" strike="noStrike">
              <a:latin typeface="Arial"/>
            </a:endParaRPr>
          </a:p>
          <a:p>
            <a:pPr marL="216000" indent="-216000">
              <a:lnSpc>
                <a:spcPct val="100000"/>
              </a:lnSpc>
            </a:pPr>
            <a:r>
              <a:rPr b="0" lang="de-DE" sz="2000" spc="-1" strike="noStrike">
                <a:latin typeface="Arial"/>
              </a:rPr>
              <a:t>Ich stelle Ihnen zuerst die Aufgabe der Projektphase und den Aufbau vor. Danach erkläre ich meinen Workflow, die wichtigsten Teile von Hardware und Software und die Messergebnisse. Zum Schluss gebe ich einen Ausblick auf meine Bachelorarbeit und bewerte die Projektphase.</a:t>
            </a:r>
            <a:endParaRPr b="0" lang="de-DE" sz="2000" spc="-1" strike="noStrike">
              <a:latin typeface="Arial"/>
            </a:endParaRPr>
          </a:p>
        </p:txBody>
      </p:sp>
      <p:sp>
        <p:nvSpPr>
          <p:cNvPr id="367" name="TextShape 3"/>
          <p:cNvSpPr txBox="1"/>
          <p:nvPr/>
        </p:nvSpPr>
        <p:spPr>
          <a:xfrm>
            <a:off x="3884760" y="8685360"/>
            <a:ext cx="2971440" cy="458280"/>
          </a:xfrm>
          <a:prstGeom prst="rect">
            <a:avLst/>
          </a:prstGeom>
          <a:noFill/>
          <a:ln>
            <a:noFill/>
          </a:ln>
        </p:spPr>
        <p:txBody>
          <a:bodyPr anchor="b">
            <a:noAutofit/>
          </a:bodyPr>
          <a:p>
            <a:pPr algn="r">
              <a:lnSpc>
                <a:spcPct val="100000"/>
              </a:lnSpc>
            </a:pPr>
            <a:fld id="{25B18E90-F000-48FC-A7E3-9AF2701626BE}" type="slidenum">
              <a:rPr b="0" lang="de-DE" sz="1200" spc="-1" strike="noStrike">
                <a:solidFill>
                  <a:srgbClr val="000000"/>
                </a:solidFill>
                <a:latin typeface="+mn-lt"/>
                <a:ea typeface="+mn-ea"/>
              </a:rPr>
              <a:t>1</a:t>
            </a:fld>
            <a:endParaRPr b="0" lang="de-DE" sz="1200" spc="-1" strike="noStrike">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8" name="PlaceHolder 1"/>
          <p:cNvSpPr>
            <a:spLocks noGrp="1"/>
          </p:cNvSpPr>
          <p:nvPr>
            <p:ph type="sldImg"/>
          </p:nvPr>
        </p:nvSpPr>
        <p:spPr>
          <a:xfrm>
            <a:off x="685800" y="1143000"/>
            <a:ext cx="5486040" cy="3085920"/>
          </a:xfrm>
          <a:prstGeom prst="rect">
            <a:avLst/>
          </a:prstGeom>
        </p:spPr>
      </p:sp>
      <p:sp>
        <p:nvSpPr>
          <p:cNvPr id="369" name="PlaceHolder 2"/>
          <p:cNvSpPr>
            <a:spLocks noGrp="1"/>
          </p:cNvSpPr>
          <p:nvPr>
            <p:ph type="body"/>
          </p:nvPr>
        </p:nvSpPr>
        <p:spPr>
          <a:xfrm>
            <a:off x="685800" y="4400640"/>
            <a:ext cx="5486040" cy="3600000"/>
          </a:xfrm>
          <a:prstGeom prst="rect">
            <a:avLst/>
          </a:prstGeom>
        </p:spPr>
        <p:txBody>
          <a:bodyPr>
            <a:noAutofit/>
          </a:bodyPr>
          <a:p>
            <a:r>
              <a:rPr b="0" lang="de-DE" sz="2000" spc="-1" strike="noStrike">
                <a:latin typeface="Arial"/>
              </a:rPr>
              <a:t>Die Aufgabe meiner Projektphase lässt sich in einem Satz sagen: Aus 24 Volt Gleichspannung soll eine Wechselspannung von 12 Volt mit 50 Hertz für ein Modellhaus werden.</a:t>
            </a:r>
            <a:endParaRPr b="0" lang="de-DE" sz="2000" spc="-1" strike="noStrike">
              <a:latin typeface="Arial"/>
            </a:endParaRPr>
          </a:p>
          <a:p>
            <a:endParaRPr b="0" lang="de-DE" sz="2000" spc="-1" strike="noStrike">
              <a:latin typeface="Arial"/>
            </a:endParaRPr>
          </a:p>
          <a:p>
            <a:r>
              <a:rPr b="0" lang="de-DE" sz="2000" spc="-1" strike="noStrike">
                <a:latin typeface="Arial"/>
              </a:rPr>
              <a:t>Links steht die Quelle, im Versuch ein Labornetzteil. In der Mitte sitzt der Wechselrichter aus dem STM32-Mikrocontroller und der H-Brücke BTS7960. Rechts ist der Verbraucher, eine 12-Volt-Lampe im Modellhaus.</a:t>
            </a:r>
            <a:endParaRPr b="0" lang="de-DE" sz="2000" spc="-1" strike="noStrike">
              <a:latin typeface="Arial"/>
            </a:endParaRPr>
          </a:p>
          <a:p>
            <a:endParaRPr b="0" lang="de-DE" sz="2000" spc="-1" strike="noStrike">
              <a:latin typeface="Arial"/>
            </a:endParaRPr>
          </a:p>
          <a:p>
            <a:pPr marL="216000" indent="-216000">
              <a:lnSpc>
                <a:spcPct val="100000"/>
              </a:lnSpc>
            </a:pPr>
            <a:r>
              <a:rPr b="0" lang="de-DE" sz="2000" spc="-1" strike="noStrike">
                <a:latin typeface="Arial"/>
              </a:rPr>
              <a:t>Dabei hatte ich drei Anforderungen. Erstens soll die Spannung wirklich sinusförmig sein und nicht nur ein Rechteck. Ein Rechteck erzeugt viele Oberschwingungen, die Verbraucher stören und Drosseln pfeifen lassen können. Zweitens soll die Lampe genau ihre Nennleistung von 1,2 Watt bekommen, also 12 Volt effektiv. Und drittens soll der Mikrocontroller selbst messen, welcher Strom fließt, welche Spannung anliegt und welche Frequenz sie hat.</a:t>
            </a:r>
            <a:endParaRPr b="0" lang="de-DE" sz="2000" spc="-1" strike="noStrike">
              <a:latin typeface="Arial"/>
            </a:endParaRPr>
          </a:p>
        </p:txBody>
      </p:sp>
      <p:sp>
        <p:nvSpPr>
          <p:cNvPr id="370" name="TextShape 3"/>
          <p:cNvSpPr txBox="1"/>
          <p:nvPr/>
        </p:nvSpPr>
        <p:spPr>
          <a:xfrm>
            <a:off x="3884760" y="8685360"/>
            <a:ext cx="2971440" cy="458280"/>
          </a:xfrm>
          <a:prstGeom prst="rect">
            <a:avLst/>
          </a:prstGeom>
          <a:noFill/>
          <a:ln>
            <a:noFill/>
          </a:ln>
        </p:spPr>
        <p:txBody>
          <a:bodyPr anchor="b">
            <a:noAutofit/>
          </a:bodyPr>
          <a:p>
            <a:pPr algn="r">
              <a:lnSpc>
                <a:spcPct val="100000"/>
              </a:lnSpc>
            </a:pPr>
            <a:fld id="{CB3472B4-263D-4789-97B2-24BEC47C430F}" type="slidenum">
              <a:rPr b="0" lang="de-DE" sz="1200" spc="-1" strike="noStrike">
                <a:solidFill>
                  <a:srgbClr val="000000"/>
                </a:solidFill>
                <a:latin typeface="+mn-lt"/>
                <a:ea typeface="+mn-ea"/>
              </a:rPr>
              <a:t>1</a:t>
            </a:fld>
            <a:endParaRPr b="0" lang="de-DE" sz="1200" spc="-1" strike="noStrike">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1" name="PlaceHolder 1"/>
          <p:cNvSpPr>
            <a:spLocks noGrp="1"/>
          </p:cNvSpPr>
          <p:nvPr>
            <p:ph type="sldImg"/>
          </p:nvPr>
        </p:nvSpPr>
        <p:spPr>
          <a:xfrm>
            <a:off x="685800" y="1143000"/>
            <a:ext cx="5486040" cy="3085920"/>
          </a:xfrm>
          <a:prstGeom prst="rect">
            <a:avLst/>
          </a:prstGeom>
        </p:spPr>
      </p:sp>
      <p:sp>
        <p:nvSpPr>
          <p:cNvPr id="372" name="PlaceHolder 2"/>
          <p:cNvSpPr>
            <a:spLocks noGrp="1"/>
          </p:cNvSpPr>
          <p:nvPr>
            <p:ph type="body"/>
          </p:nvPr>
        </p:nvSpPr>
        <p:spPr>
          <a:xfrm>
            <a:off x="685800" y="4400640"/>
            <a:ext cx="5486040" cy="3600000"/>
          </a:xfrm>
          <a:prstGeom prst="rect">
            <a:avLst/>
          </a:prstGeom>
        </p:spPr>
        <p:txBody>
          <a:bodyPr>
            <a:noAutofit/>
          </a:bodyPr>
          <a:p>
            <a:r>
              <a:rPr b="0" lang="de-DE" sz="2000" spc="-1" strike="noStrike">
                <a:latin typeface="Arial"/>
              </a:rPr>
              <a:t>Die Aufgabe meiner Projektphase lässt sich in einem Satz sagen: Aus 24 Volt Gleichspannung soll eine Wechselspannung von 12 Volt mit 50 Hertz für ein Modellhaus werden.</a:t>
            </a:r>
            <a:endParaRPr b="0" lang="de-DE" sz="2000" spc="-1" strike="noStrike">
              <a:latin typeface="Arial"/>
            </a:endParaRPr>
          </a:p>
          <a:p>
            <a:endParaRPr b="0" lang="de-DE" sz="2000" spc="-1" strike="noStrike">
              <a:latin typeface="Arial"/>
            </a:endParaRPr>
          </a:p>
          <a:p>
            <a:r>
              <a:rPr b="0" lang="de-DE" sz="2000" spc="-1" strike="noStrike">
                <a:latin typeface="Arial"/>
              </a:rPr>
              <a:t>Links steht die Quelle, im Versuch ein Labornetzteil. In der Mitte sitzt der Wechselrichter aus dem STM32-Mikrocontroller und der H-Brücke BTS7960. Rechts ist der Verbraucher, eine 12-Volt-Lampe im Modellhaus.</a:t>
            </a:r>
            <a:endParaRPr b="0" lang="de-DE" sz="2000" spc="-1" strike="noStrike">
              <a:latin typeface="Arial"/>
            </a:endParaRPr>
          </a:p>
          <a:p>
            <a:endParaRPr b="0" lang="de-DE" sz="2000" spc="-1" strike="noStrike">
              <a:latin typeface="Arial"/>
            </a:endParaRPr>
          </a:p>
          <a:p>
            <a:pPr marL="216000" indent="-216000">
              <a:lnSpc>
                <a:spcPct val="100000"/>
              </a:lnSpc>
            </a:pPr>
            <a:r>
              <a:rPr b="0" lang="de-DE" sz="2000" spc="-1" strike="noStrike">
                <a:latin typeface="Arial"/>
              </a:rPr>
              <a:t>Dabei hatte ich drei Anforderungen. Erstens soll die Spannung wirklich sinusförmig sein und nicht nur ein Rechteck. Ein Rechteck erzeugt viele Oberschwingungen, die Verbraucher stören und Drosseln pfeifen lassen können. Zweitens soll die Lampe genau ihre Nennleistung von 1,2 Watt bekommen, also 12 Volt effektiv. Und drittens soll der Mikrocontroller selbst messen, welcher Strom fließt, welche Spannung anliegt und welche Frequenz sie hat.</a:t>
            </a:r>
            <a:endParaRPr b="0" lang="de-DE" sz="2000" spc="-1" strike="noStrike">
              <a:latin typeface="Arial"/>
            </a:endParaRPr>
          </a:p>
        </p:txBody>
      </p:sp>
      <p:sp>
        <p:nvSpPr>
          <p:cNvPr id="373" name="TextShape 3"/>
          <p:cNvSpPr txBox="1"/>
          <p:nvPr/>
        </p:nvSpPr>
        <p:spPr>
          <a:xfrm>
            <a:off x="3884760" y="8685360"/>
            <a:ext cx="2971440" cy="458280"/>
          </a:xfrm>
          <a:prstGeom prst="rect">
            <a:avLst/>
          </a:prstGeom>
          <a:noFill/>
          <a:ln>
            <a:noFill/>
          </a:ln>
        </p:spPr>
        <p:txBody>
          <a:bodyPr anchor="b">
            <a:noAutofit/>
          </a:bodyPr>
          <a:p>
            <a:pPr algn="r">
              <a:lnSpc>
                <a:spcPct val="100000"/>
              </a:lnSpc>
            </a:pPr>
            <a:fld id="{991C3E1B-2AE8-477E-87D4-A566B5549B08}" type="slidenum">
              <a:rPr b="0" lang="de-DE" sz="1200" spc="-1" strike="noStrike">
                <a:solidFill>
                  <a:srgbClr val="000000"/>
                </a:solidFill>
                <a:latin typeface="+mn-lt"/>
                <a:ea typeface="+mn-ea"/>
              </a:rPr>
              <a:t>1</a:t>
            </a:fld>
            <a:endParaRPr b="0" lang="de-DE" sz="1200" spc="-1" strike="noStrike">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4" name="PlaceHolder 1"/>
          <p:cNvSpPr>
            <a:spLocks noGrp="1"/>
          </p:cNvSpPr>
          <p:nvPr>
            <p:ph type="sldImg"/>
          </p:nvPr>
        </p:nvSpPr>
        <p:spPr>
          <a:xfrm>
            <a:off x="685800" y="1143000"/>
            <a:ext cx="5486040" cy="3085920"/>
          </a:xfrm>
          <a:prstGeom prst="rect">
            <a:avLst/>
          </a:prstGeom>
        </p:spPr>
      </p:sp>
      <p:sp>
        <p:nvSpPr>
          <p:cNvPr id="375" name="PlaceHolder 2"/>
          <p:cNvSpPr>
            <a:spLocks noGrp="1"/>
          </p:cNvSpPr>
          <p:nvPr>
            <p:ph type="body"/>
          </p:nvPr>
        </p:nvSpPr>
        <p:spPr>
          <a:xfrm>
            <a:off x="685800" y="4400640"/>
            <a:ext cx="5486040" cy="3600000"/>
          </a:xfrm>
          <a:prstGeom prst="rect">
            <a:avLst/>
          </a:prstGeom>
        </p:spPr>
        <p:txBody>
          <a:bodyPr>
            <a:noAutofit/>
          </a:bodyPr>
          <a:p>
            <a:r>
              <a:rPr b="0" lang="de-DE" sz="2000" spc="-1" strike="noStrike">
                <a:latin typeface="Arial"/>
              </a:rPr>
              <a:t>Hier sehen Sie den Aufbau als Blockschaltbild. Die obere Reihe ist der Leistungspfad, die untere Reihe die Steuerung und die Messung.</a:t>
            </a:r>
            <a:endParaRPr b="0" lang="de-DE" sz="2000" spc="-1" strike="noStrike">
              <a:latin typeface="Arial"/>
            </a:endParaRPr>
          </a:p>
          <a:p>
            <a:endParaRPr b="0" lang="de-DE" sz="2000" spc="-1" strike="noStrike">
              <a:latin typeface="Arial"/>
            </a:endParaRPr>
          </a:p>
          <a:p>
            <a:r>
              <a:rPr b="0" lang="de-DE" sz="2000" spc="-1" strike="noStrike">
                <a:latin typeface="Arial"/>
              </a:rPr>
              <a:t>Der Strom fließt von links nach rechts: Das Netzteil liefert 24 Volt Gleichspannung an die H-Brücke BTS7960. Sie schaltet die Spannung zehntausendmal pro Sekunde abwechselnd gepolt auf den Ausgang. Der LC-Filter aus einer Drossel mit 1 Millihenry und einem Kondensator mit 7 Mikrofarad glättet diese Pulse zu einem Sinus, und die Lampe leuchtet.</a:t>
            </a:r>
            <a:endParaRPr b="0" lang="de-DE" sz="2000" spc="-1" strike="noStrike">
              <a:latin typeface="Arial"/>
            </a:endParaRPr>
          </a:p>
          <a:p>
            <a:endParaRPr b="0" lang="de-DE" sz="2000" spc="-1" strike="noStrike">
              <a:latin typeface="Arial"/>
            </a:endParaRPr>
          </a:p>
          <a:p>
            <a:r>
              <a:rPr b="0" lang="de-DE" sz="2000" spc="-1" strike="noStrike">
                <a:latin typeface="Arial"/>
              </a:rPr>
              <a:t>Unten sitzt der STM32. Er erzeugt die PWM-Signale und die Freigabesignale für die H-Brücke. Zwei Sensoren melden zurück: Der Hall-Sensor ACS712 misst den Lampenstrom, der ZMPT101B mit einem kleinen Messtransformator misst die Spannung. Beide landen auf den Analogeingängen PA0 und PA1.</a:t>
            </a:r>
            <a:endParaRPr b="0" lang="de-DE" sz="2000" spc="-1" strike="noStrike">
              <a:latin typeface="Arial"/>
            </a:endParaRPr>
          </a:p>
          <a:p>
            <a:endParaRPr b="0" lang="de-DE" sz="2000" spc="-1" strike="noStrike">
              <a:latin typeface="Arial"/>
            </a:endParaRPr>
          </a:p>
          <a:p>
            <a:pPr marL="216000" indent="-216000">
              <a:lnSpc>
                <a:spcPct val="100000"/>
              </a:lnSpc>
            </a:pPr>
            <a:r>
              <a:rPr b="0" lang="de-DE" sz="2000" spc="-1" strike="noStrike">
                <a:latin typeface="Arial"/>
              </a:rPr>
              <a:t>Ein Detail ist mir wichtig: Der Stromsensor sitzt hinter dem Kondensator, direkt vor der Lampe. So misst er nur den Strom, der wirklich durch die Lampe fließt.</a:t>
            </a:r>
            <a:endParaRPr b="0" lang="de-DE" sz="2000" spc="-1" strike="noStrike">
              <a:latin typeface="Arial"/>
            </a:endParaRPr>
          </a:p>
        </p:txBody>
      </p:sp>
      <p:sp>
        <p:nvSpPr>
          <p:cNvPr id="376" name="TextShape 3"/>
          <p:cNvSpPr txBox="1"/>
          <p:nvPr/>
        </p:nvSpPr>
        <p:spPr>
          <a:xfrm>
            <a:off x="3884760" y="8685360"/>
            <a:ext cx="2971440" cy="458280"/>
          </a:xfrm>
          <a:prstGeom prst="rect">
            <a:avLst/>
          </a:prstGeom>
          <a:noFill/>
          <a:ln>
            <a:noFill/>
          </a:ln>
        </p:spPr>
        <p:txBody>
          <a:bodyPr anchor="b">
            <a:noAutofit/>
          </a:bodyPr>
          <a:p>
            <a:pPr algn="r">
              <a:lnSpc>
                <a:spcPct val="100000"/>
              </a:lnSpc>
            </a:pPr>
            <a:fld id="{DC81D7F1-0DBA-41DA-9D28-2BD7BB2D4220}" type="slidenum">
              <a:rPr b="0" lang="de-DE" sz="1200" spc="-1" strike="noStrike">
                <a:solidFill>
                  <a:srgbClr val="000000"/>
                </a:solidFill>
                <a:latin typeface="+mn-lt"/>
                <a:ea typeface="+mn-ea"/>
              </a:rPr>
              <a:t>1</a:t>
            </a:fld>
            <a:endParaRPr b="0" lang="de-DE" sz="1200" spc="-1" strike="noStrike">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7" name="PlaceHolder 1"/>
          <p:cNvSpPr>
            <a:spLocks noGrp="1"/>
          </p:cNvSpPr>
          <p:nvPr>
            <p:ph type="sldImg"/>
          </p:nvPr>
        </p:nvSpPr>
        <p:spPr>
          <a:xfrm>
            <a:off x="685800" y="1143000"/>
            <a:ext cx="5486040" cy="3085920"/>
          </a:xfrm>
          <a:prstGeom prst="rect">
            <a:avLst/>
          </a:prstGeom>
        </p:spPr>
      </p:sp>
      <p:sp>
        <p:nvSpPr>
          <p:cNvPr id="378" name="PlaceHolder 2"/>
          <p:cNvSpPr>
            <a:spLocks noGrp="1"/>
          </p:cNvSpPr>
          <p:nvPr>
            <p:ph type="body"/>
          </p:nvPr>
        </p:nvSpPr>
        <p:spPr>
          <a:xfrm>
            <a:off x="685800" y="4400640"/>
            <a:ext cx="5486040" cy="3600000"/>
          </a:xfrm>
          <a:prstGeom prst="rect">
            <a:avLst/>
          </a:prstGeom>
        </p:spPr>
        <p:txBody>
          <a:bodyPr>
            <a:noAutofit/>
          </a:bodyPr>
          <a:p>
            <a:r>
              <a:rPr b="0" lang="de-DE" sz="2000" spc="-1" strike="noStrike">
                <a:latin typeface="Arial"/>
              </a:rPr>
              <a:t>So sieht der Aufbau im Labor aus. Die Nummern im Foto entsprechen der Legende rechts.</a:t>
            </a:r>
            <a:endParaRPr b="0" lang="de-DE" sz="2000" spc="-1" strike="noStrike">
              <a:latin typeface="Arial"/>
            </a:endParaRPr>
          </a:p>
          <a:p>
            <a:endParaRPr b="0" lang="de-DE" sz="2000" spc="-1" strike="noStrike">
              <a:latin typeface="Arial"/>
            </a:endParaRPr>
          </a:p>
          <a:p>
            <a:r>
              <a:rPr b="0" lang="de-DE" sz="2000" spc="-1" strike="noStrike">
                <a:latin typeface="Arial"/>
              </a:rPr>
              <a:t>Hinten links steht das Labornetzteil, das die 24 Volt liefert und den Strom begrenzt. Davor liegt das Discovery-Board mit dem STM32-Mikrocontroller. Daneben sitzt die H-Brücke BTS7960 auf dem blauen Modul mit dem schwarzen Kühlkörper. Rechts davon sehen Sie den Spannungssensor ZMPT101B mit dem blauen Messtransformator und darunter den kleinen Stromsensor ACS712.</a:t>
            </a:r>
            <a:endParaRPr b="0" lang="de-DE" sz="2000" spc="-1" strike="noStrike">
              <a:latin typeface="Arial"/>
            </a:endParaRPr>
          </a:p>
          <a:p>
            <a:endParaRPr b="0" lang="de-DE" sz="2000" spc="-1" strike="noStrike">
              <a:latin typeface="Arial"/>
            </a:endParaRPr>
          </a:p>
          <a:p>
            <a:r>
              <a:rPr b="0" lang="de-DE" sz="2000" spc="-1" strike="noStrike">
                <a:latin typeface="Arial"/>
              </a:rPr>
              <a:t>In der Mitte liegt die Ringkerndrossel mit 1 Millihenry. Auf dem Breadboard rechts stecken die sieben Kondensatoren mit je 1 Mikrofarad, die zusammen den Filterkondensator von 7 Mikrofarad bilden. Und vorne rechts leuchtet die 12-Volt-Lampe in ihrer E10-Fassung.</a:t>
            </a:r>
            <a:endParaRPr b="0" lang="de-DE" sz="2000" spc="-1" strike="noStrike">
              <a:latin typeface="Arial"/>
            </a:endParaRPr>
          </a:p>
          <a:p>
            <a:endParaRPr b="0" lang="de-DE" sz="2000" spc="-1" strike="noStrike">
              <a:latin typeface="Arial"/>
            </a:endParaRPr>
          </a:p>
          <a:p>
            <a:pPr marL="216000" indent="-216000">
              <a:lnSpc>
                <a:spcPct val="100000"/>
              </a:lnSpc>
            </a:pPr>
            <a:r>
              <a:rPr b="0" lang="de-DE" sz="2000" spc="-1" strike="noStrike">
                <a:latin typeface="Arial"/>
              </a:rPr>
              <a:t>Alle Verbindungen sind gesteckt, mit WAGO-Klemmen und Jumper-Kabeln. So konnte ich den Aufbau schnell ändern, zum Beispiel beim Wechsel des Kondensators.</a:t>
            </a:r>
            <a:endParaRPr b="0" lang="de-DE" sz="2000" spc="-1" strike="noStrike">
              <a:latin typeface="Arial"/>
            </a:endParaRPr>
          </a:p>
        </p:txBody>
      </p:sp>
      <p:sp>
        <p:nvSpPr>
          <p:cNvPr id="379" name="TextShape 3"/>
          <p:cNvSpPr txBox="1"/>
          <p:nvPr/>
        </p:nvSpPr>
        <p:spPr>
          <a:xfrm>
            <a:off x="3884760" y="8685360"/>
            <a:ext cx="2971440" cy="458280"/>
          </a:xfrm>
          <a:prstGeom prst="rect">
            <a:avLst/>
          </a:prstGeom>
          <a:noFill/>
          <a:ln>
            <a:noFill/>
          </a:ln>
        </p:spPr>
        <p:txBody>
          <a:bodyPr anchor="b">
            <a:noAutofit/>
          </a:bodyPr>
          <a:p>
            <a:pPr algn="r">
              <a:lnSpc>
                <a:spcPct val="100000"/>
              </a:lnSpc>
            </a:pPr>
            <a:fld id="{2EE6C1AB-CF47-41A5-901B-43A21B89EDEA}" type="slidenum">
              <a:rPr b="0" lang="de-DE" sz="1200" spc="-1" strike="noStrike">
                <a:solidFill>
                  <a:srgbClr val="000000"/>
                </a:solidFill>
                <a:latin typeface="+mn-lt"/>
                <a:ea typeface="+mn-ea"/>
              </a:rPr>
              <a:t>1</a:t>
            </a:fld>
            <a:endParaRPr b="0" lang="de-DE" sz="1200" spc="-1" strike="noStrike">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0" name="PlaceHolder 1"/>
          <p:cNvSpPr>
            <a:spLocks noGrp="1"/>
          </p:cNvSpPr>
          <p:nvPr>
            <p:ph type="sldImg"/>
          </p:nvPr>
        </p:nvSpPr>
        <p:spPr>
          <a:xfrm>
            <a:off x="685800" y="1143000"/>
            <a:ext cx="5486040" cy="3085920"/>
          </a:xfrm>
          <a:prstGeom prst="rect">
            <a:avLst/>
          </a:prstGeom>
        </p:spPr>
      </p:sp>
      <p:sp>
        <p:nvSpPr>
          <p:cNvPr id="381" name="PlaceHolder 2"/>
          <p:cNvSpPr>
            <a:spLocks noGrp="1"/>
          </p:cNvSpPr>
          <p:nvPr>
            <p:ph type="body"/>
          </p:nvPr>
        </p:nvSpPr>
        <p:spPr>
          <a:xfrm>
            <a:off x="685800" y="4400640"/>
            <a:ext cx="5486040" cy="3600000"/>
          </a:xfrm>
          <a:prstGeom prst="rect">
            <a:avLst/>
          </a:prstGeom>
        </p:spPr>
        <p:txBody>
          <a:bodyPr>
            <a:noAutofit/>
          </a:bodyPr>
          <a:p>
            <a:r>
              <a:rPr b="0" lang="de-DE" sz="2000" spc="-1" strike="noStrike">
                <a:latin typeface="Arial"/>
              </a:rPr>
              <a:t>So bin ich in der Projektphase vorgegangen.</a:t>
            </a:r>
            <a:endParaRPr b="0" lang="de-DE" sz="2000" spc="-1" strike="noStrike">
              <a:latin typeface="Arial"/>
            </a:endParaRPr>
          </a:p>
          <a:p>
            <a:endParaRPr b="0" lang="de-DE" sz="2000" spc="-1" strike="noStrike">
              <a:latin typeface="Arial"/>
            </a:endParaRPr>
          </a:p>
          <a:p>
            <a:r>
              <a:rPr b="0" lang="de-DE" sz="2000" spc="-1" strike="noStrike">
                <a:latin typeface="Arial"/>
              </a:rPr>
              <a:t>Am Anfang stand die Planung: das Konzept, die Auswahl der Bauteile und die Pinbelegung des Mikrocontrollers in STM32CubeMX. Danach habe ich die Firmware für die Sinus-PWM geschrieben. Erst dann kam der Aufbau mit Steckklemmen, wobei alle Massen an einem gemeinsamen Punkt zusammenlaufen.</a:t>
            </a:r>
            <a:endParaRPr b="0" lang="de-DE" sz="2000" spc="-1" strike="noStrike">
              <a:latin typeface="Arial"/>
            </a:endParaRPr>
          </a:p>
          <a:p>
            <a:endParaRPr b="0" lang="de-DE" sz="2000" spc="-1" strike="noStrike">
              <a:latin typeface="Arial"/>
            </a:endParaRPr>
          </a:p>
          <a:p>
            <a:r>
              <a:rPr b="0" lang="de-DE" sz="2000" spc="-1" strike="noStrike">
                <a:latin typeface="Arial"/>
              </a:rPr>
              <a:t>Bei der Inbetriebnahme bin ich vorsichtig vorgegangen: zuerst nur mit USB, um die Sensoren ohne Leistung zu prüfen, und erst danach mit 24 Volt, und zwar mit Strombegrenzung am Labornetzteil.</a:t>
            </a:r>
            <a:endParaRPr b="0" lang="de-DE" sz="2000" spc="-1" strike="noStrike">
              <a:latin typeface="Arial"/>
            </a:endParaRPr>
          </a:p>
          <a:p>
            <a:endParaRPr b="0" lang="de-DE" sz="2000" spc="-1" strike="noStrike">
              <a:latin typeface="Arial"/>
            </a:endParaRPr>
          </a:p>
          <a:p>
            <a:r>
              <a:rPr b="0" lang="de-DE" sz="2000" spc="-1" strike="noStrike">
                <a:latin typeface="Arial"/>
              </a:rPr>
              <a:t>Dann folgten die Messungen mit Multimeter und Oszilloskop sowie die Kalibrierung der Sensoren. Im letzten Schritt habe ich optimiert, vor allem den Ausgangsfilter und die Frequenzmessung.</a:t>
            </a:r>
            <a:endParaRPr b="0" lang="de-DE" sz="2000" spc="-1" strike="noStrike">
              <a:latin typeface="Arial"/>
            </a:endParaRPr>
          </a:p>
          <a:p>
            <a:endParaRPr b="0" lang="de-DE" sz="2000" spc="-1" strike="noStrike">
              <a:latin typeface="Arial"/>
            </a:endParaRPr>
          </a:p>
          <a:p>
            <a:pPr marL="216000" indent="-216000">
              <a:lnSpc>
                <a:spcPct val="100000"/>
              </a:lnSpc>
            </a:pPr>
            <a:r>
              <a:rPr b="0" lang="de-DE" sz="2000" spc="-1" strike="noStrike">
                <a:latin typeface="Arial"/>
              </a:rPr>
              <a:t>Wichtig war das iterative Vorgehen: Fast jede Messung hat ein Problem aufgedeckt, und jede Lösung hat das System ein Stück besser gemacht.</a:t>
            </a:r>
            <a:endParaRPr b="0" lang="de-DE" sz="2000" spc="-1" strike="noStrike">
              <a:latin typeface="Arial"/>
            </a:endParaRPr>
          </a:p>
        </p:txBody>
      </p:sp>
      <p:sp>
        <p:nvSpPr>
          <p:cNvPr id="382" name="TextShape 3"/>
          <p:cNvSpPr txBox="1"/>
          <p:nvPr/>
        </p:nvSpPr>
        <p:spPr>
          <a:xfrm>
            <a:off x="3884760" y="8685360"/>
            <a:ext cx="2971440" cy="458280"/>
          </a:xfrm>
          <a:prstGeom prst="rect">
            <a:avLst/>
          </a:prstGeom>
          <a:noFill/>
          <a:ln>
            <a:noFill/>
          </a:ln>
        </p:spPr>
        <p:txBody>
          <a:bodyPr anchor="b">
            <a:noAutofit/>
          </a:bodyPr>
          <a:p>
            <a:pPr algn="r">
              <a:lnSpc>
                <a:spcPct val="100000"/>
              </a:lnSpc>
            </a:pPr>
            <a:fld id="{94413FB0-E53E-4EDC-A291-52927E5B40EB}" type="slidenum">
              <a:rPr b="0" lang="de-DE" sz="1200" spc="-1" strike="noStrike">
                <a:solidFill>
                  <a:srgbClr val="000000"/>
                </a:solidFill>
                <a:latin typeface="+mn-lt"/>
                <a:ea typeface="+mn-ea"/>
              </a:rPr>
              <a:t>1</a:t>
            </a:fld>
            <a:endParaRPr b="0" lang="de-DE" sz="1200" spc="-1" strike="noStrike">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3" name="PlaceHolder 1"/>
          <p:cNvSpPr>
            <a:spLocks noGrp="1"/>
          </p:cNvSpPr>
          <p:nvPr>
            <p:ph type="sldImg"/>
          </p:nvPr>
        </p:nvSpPr>
        <p:spPr>
          <a:xfrm>
            <a:off x="685800" y="1143000"/>
            <a:ext cx="5486040" cy="3085920"/>
          </a:xfrm>
          <a:prstGeom prst="rect">
            <a:avLst/>
          </a:prstGeom>
        </p:spPr>
      </p:sp>
      <p:sp>
        <p:nvSpPr>
          <p:cNvPr id="384" name="PlaceHolder 2"/>
          <p:cNvSpPr>
            <a:spLocks noGrp="1"/>
          </p:cNvSpPr>
          <p:nvPr>
            <p:ph type="body"/>
          </p:nvPr>
        </p:nvSpPr>
        <p:spPr>
          <a:xfrm>
            <a:off x="685800" y="4400640"/>
            <a:ext cx="5486040" cy="3600000"/>
          </a:xfrm>
          <a:prstGeom prst="rect">
            <a:avLst/>
          </a:prstGeom>
        </p:spPr>
        <p:txBody>
          <a:bodyPr>
            <a:noAutofit/>
          </a:bodyPr>
          <a:p>
            <a:r>
              <a:rPr b="0" lang="de-DE" sz="2000" spc="-1" strike="noStrike">
                <a:latin typeface="Arial"/>
              </a:rPr>
              <a:t>Wie entsteht aus einer Gleichspannung ein Sinus? Mit der Sinus-Pulsweitenmodulation.</a:t>
            </a:r>
            <a:endParaRPr b="0" lang="de-DE" sz="2000" spc="-1" strike="noStrike">
              <a:latin typeface="Arial"/>
            </a:endParaRPr>
          </a:p>
          <a:p>
            <a:endParaRPr b="0" lang="de-DE" sz="2000" spc="-1" strike="noStrike">
              <a:latin typeface="Arial"/>
            </a:endParaRPr>
          </a:p>
          <a:p>
            <a:r>
              <a:rPr b="0" lang="de-DE" sz="2000" spc="-1" strike="noStrike">
                <a:latin typeface="Arial"/>
              </a:rPr>
              <a:t>Die H-Brücke kann nur zwei Zustände: plus 24 Volt oder minus 24 Volt an der Lampe. Entscheidend ist, wie lange sie in jeder Periode in welchem Zustand bleibt, also das Tastverhältnis. Bei 50 Prozent ist der Mittelwert null. Über 50 Prozent wird die Spannung positiv, unter 50 Prozent negativ.</a:t>
            </a:r>
            <a:endParaRPr b="0" lang="de-DE" sz="2000" spc="-1" strike="noStrike">
              <a:latin typeface="Arial"/>
            </a:endParaRPr>
          </a:p>
          <a:p>
            <a:endParaRPr b="0" lang="de-DE" sz="2000" spc="-1" strike="noStrike">
              <a:latin typeface="Arial"/>
            </a:endParaRPr>
          </a:p>
          <a:p>
            <a:r>
              <a:rPr b="0" lang="de-DE" sz="2000" spc="-1" strike="noStrike">
                <a:latin typeface="Arial"/>
              </a:rPr>
              <a:t>Das Diagramm zeigt, wie sich das Tastverhältnis über eine Periode von 20 Millisekunden ändert: Es folgt selbst einem Sinus, zwischen 15 und 85 Prozent.</a:t>
            </a:r>
            <a:endParaRPr b="0" lang="de-DE" sz="2000" spc="-1" strike="noStrike">
              <a:latin typeface="Arial"/>
            </a:endParaRPr>
          </a:p>
          <a:p>
            <a:endParaRPr b="0" lang="de-DE" sz="2000" spc="-1" strike="noStrike">
              <a:latin typeface="Arial"/>
            </a:endParaRPr>
          </a:p>
          <a:p>
            <a:pPr marL="216000" indent="-216000">
              <a:lnSpc>
                <a:spcPct val="100000"/>
              </a:lnSpc>
            </a:pPr>
            <a:r>
              <a:rPr b="0" lang="de-DE" sz="2000" spc="-1" strike="noStrike">
                <a:latin typeface="Arial"/>
              </a:rPr>
              <a:t>Rechts die wichtigsten Zahlen. Der Timer läuft mit 168 Megahertz und zählt bis 16 799, das ergibt 10 Kilohertz PWM-Frequenz. Diese Frequenz ist ein guter Kompromiss: hoch genug für eine gute Filterung, niedrig genug für kleine Schaltverluste. Pro Periode gebe ich 200 Werte aus, damit komme ich auf genau 50 Hertz. Mit einem Modulationsgrad von 0,70 erhält die Lampe rechnerisch 11,88 Volt effektiv.</a:t>
            </a:r>
            <a:endParaRPr b="0" lang="de-DE" sz="2000" spc="-1" strike="noStrike">
              <a:latin typeface="Arial"/>
            </a:endParaRPr>
          </a:p>
        </p:txBody>
      </p:sp>
      <p:sp>
        <p:nvSpPr>
          <p:cNvPr id="385" name="TextShape 3"/>
          <p:cNvSpPr txBox="1"/>
          <p:nvPr/>
        </p:nvSpPr>
        <p:spPr>
          <a:xfrm>
            <a:off x="3884760" y="8685360"/>
            <a:ext cx="2971440" cy="458280"/>
          </a:xfrm>
          <a:prstGeom prst="rect">
            <a:avLst/>
          </a:prstGeom>
          <a:noFill/>
          <a:ln>
            <a:noFill/>
          </a:ln>
        </p:spPr>
        <p:txBody>
          <a:bodyPr anchor="b">
            <a:noAutofit/>
          </a:bodyPr>
          <a:p>
            <a:pPr algn="r">
              <a:lnSpc>
                <a:spcPct val="100000"/>
              </a:lnSpc>
            </a:pPr>
            <a:fld id="{1105D894-E2F9-4ACA-98F5-07F3392D193A}" type="slidenum">
              <a:rPr b="0" lang="de-DE" sz="1200" spc="-1" strike="noStrike">
                <a:solidFill>
                  <a:srgbClr val="000000"/>
                </a:solidFill>
                <a:latin typeface="+mn-lt"/>
                <a:ea typeface="+mn-ea"/>
              </a:rPr>
              <a:t>1</a:t>
            </a:fld>
            <a:endParaRPr b="0" lang="de-DE" sz="1200" spc="-1" strike="noStrike">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6" name="PlaceHolder 1"/>
          <p:cNvSpPr>
            <a:spLocks noGrp="1"/>
          </p:cNvSpPr>
          <p:nvPr>
            <p:ph type="sldImg"/>
          </p:nvPr>
        </p:nvSpPr>
        <p:spPr>
          <a:xfrm>
            <a:off x="685800" y="1143000"/>
            <a:ext cx="5486040" cy="3085920"/>
          </a:xfrm>
          <a:prstGeom prst="rect">
            <a:avLst/>
          </a:prstGeom>
        </p:spPr>
      </p:sp>
      <p:sp>
        <p:nvSpPr>
          <p:cNvPr id="387" name="PlaceHolder 2"/>
          <p:cNvSpPr>
            <a:spLocks noGrp="1"/>
          </p:cNvSpPr>
          <p:nvPr>
            <p:ph type="body"/>
          </p:nvPr>
        </p:nvSpPr>
        <p:spPr>
          <a:xfrm>
            <a:off x="685800" y="4400640"/>
            <a:ext cx="5486040" cy="3600000"/>
          </a:xfrm>
          <a:prstGeom prst="rect">
            <a:avLst/>
          </a:prstGeom>
        </p:spPr>
        <p:txBody>
          <a:bodyPr>
            <a:noAutofit/>
          </a:bodyPr>
          <a:p>
            <a:r>
              <a:rPr b="0" lang="de-DE" sz="2000" spc="-1" strike="noStrike">
                <a:latin typeface="Arial"/>
              </a:rPr>
              <a:t>Jetzt zur Software. Die wichtigste Idee: Der Sinus wird nicht vom Prozessor ausgegeben, sondern von der Hardware.</a:t>
            </a:r>
            <a:endParaRPr b="0" lang="de-DE" sz="2000" spc="-1" strike="noStrike">
              <a:latin typeface="Arial"/>
            </a:endParaRPr>
          </a:p>
          <a:p>
            <a:endParaRPr b="0" lang="de-DE" sz="2000" spc="-1" strike="noStrike">
              <a:latin typeface="Arial"/>
            </a:endParaRPr>
          </a:p>
          <a:p>
            <a:r>
              <a:rPr b="0" lang="de-DE" sz="2000" spc="-1" strike="noStrike">
                <a:latin typeface="Arial"/>
              </a:rPr>
              <a:t>Erstens berechne ich beim Start einmal eine Tabelle mit 200 Werten. Zweitens läuft der Timer TIM1 alle 100 Mikrosekunden über, und jeder Überlauf löst eine DMA-Anfrage aus. Drittens kopiert der DMA-Controller den nächsten Wert in das Vergleichsregister CCR1. Viertens schaltet die H-Brücke mit dem neuen Tastverhältnis. Nach dem zweihundertsten Wert fängt der DMA im zirkulären Modus automatisch wieder vorne an.</a:t>
            </a:r>
            <a:endParaRPr b="0" lang="de-DE" sz="2000" spc="-1" strike="noStrike">
              <a:latin typeface="Arial"/>
            </a:endParaRPr>
          </a:p>
          <a:p>
            <a:endParaRPr b="0" lang="de-DE" sz="2000" spc="-1" strike="noStrike">
              <a:latin typeface="Arial"/>
            </a:endParaRPr>
          </a:p>
          <a:p>
            <a:r>
              <a:rPr b="0" lang="de-DE" sz="2000" spc="-1" strike="noStrike">
                <a:latin typeface="Arial"/>
              </a:rPr>
              <a:t>Das Ergebnis: Für den Sinus braucht der Prozessor null Prozent Rechenzeit. Er kann sich voll um die Messung kümmern, und selbst wenn ich das Programm im Debugger anhalte, läuft der Sinus weiter.</a:t>
            </a:r>
            <a:endParaRPr b="0" lang="de-DE" sz="2000" spc="-1" strike="noStrike">
              <a:latin typeface="Arial"/>
            </a:endParaRPr>
          </a:p>
          <a:p>
            <a:endParaRPr b="0" lang="de-DE" sz="2000" spc="-1" strike="noStrike">
              <a:latin typeface="Arial"/>
            </a:endParaRPr>
          </a:p>
          <a:p>
            <a:pPr marL="216000" indent="-216000">
              <a:lnSpc>
                <a:spcPct val="100000"/>
              </a:lnSpc>
            </a:pPr>
            <a:r>
              <a:rPr b="0" lang="de-DE" sz="2000" spc="-1" strike="noStrike">
                <a:latin typeface="Arial"/>
              </a:rPr>
              <a:t>Dazu kommen eine Totzeit von etwa 120 Nanosekunden zwischen den beiden Brückenhälften und eine Fehlerbehandlung, die die Brücke bei einem Fehler sofort abschaltet.</a:t>
            </a:r>
            <a:endParaRPr b="0" lang="de-DE" sz="2000" spc="-1" strike="noStrike">
              <a:latin typeface="Arial"/>
            </a:endParaRPr>
          </a:p>
          <a:p/>
          <a:p>
            <a:r>
              <a:t>Rechts sehen Sie, wie das in STM32CubeMX eingerichtet ist: PA8 und PB13 sind die beiden komplementären PWM-Ausgänge des Timers TIM1 für die H-Brücke. PA0 und PA1 sind die Analogeingänge für Strom und Spannung, und PC0 und PC1 sind die Freigabesignale der H-Brücke.</a:t>
            </a:r>
          </a:p>
        </p:txBody>
      </p:sp>
      <p:sp>
        <p:nvSpPr>
          <p:cNvPr id="388" name="TextShape 3"/>
          <p:cNvSpPr txBox="1"/>
          <p:nvPr/>
        </p:nvSpPr>
        <p:spPr>
          <a:xfrm>
            <a:off x="3884760" y="8685360"/>
            <a:ext cx="2971440" cy="458280"/>
          </a:xfrm>
          <a:prstGeom prst="rect">
            <a:avLst/>
          </a:prstGeom>
          <a:noFill/>
          <a:ln>
            <a:noFill/>
          </a:ln>
        </p:spPr>
        <p:txBody>
          <a:bodyPr anchor="b">
            <a:noAutofit/>
          </a:bodyPr>
          <a:p>
            <a:pPr algn="r">
              <a:lnSpc>
                <a:spcPct val="100000"/>
              </a:lnSpc>
            </a:pPr>
            <a:fld id="{6FD4C889-5A86-4FCD-94C4-F6FF3E531356}" type="slidenum">
              <a:rPr b="0" lang="de-DE" sz="1200" spc="-1" strike="noStrike">
                <a:solidFill>
                  <a:srgbClr val="000000"/>
                </a:solidFill>
                <a:latin typeface="+mn-lt"/>
                <a:ea typeface="+mn-ea"/>
              </a:rPr>
              <a:t>1</a:t>
            </a:fld>
            <a:endParaRPr b="0" lang="de-DE" sz="1200" spc="-1" strike="noStrike">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9" name="PlaceHolder 1"/>
          <p:cNvSpPr>
            <a:spLocks noGrp="1"/>
          </p:cNvSpPr>
          <p:nvPr>
            <p:ph type="sldImg"/>
          </p:nvPr>
        </p:nvSpPr>
        <p:spPr>
          <a:xfrm>
            <a:off x="685800" y="1143000"/>
            <a:ext cx="5486040" cy="3085920"/>
          </a:xfrm>
          <a:prstGeom prst="rect">
            <a:avLst/>
          </a:prstGeom>
        </p:spPr>
      </p:sp>
      <p:sp>
        <p:nvSpPr>
          <p:cNvPr id="390" name="PlaceHolder 2"/>
          <p:cNvSpPr>
            <a:spLocks noGrp="1"/>
          </p:cNvSpPr>
          <p:nvPr>
            <p:ph type="body"/>
          </p:nvPr>
        </p:nvSpPr>
        <p:spPr>
          <a:xfrm>
            <a:off x="685800" y="4400640"/>
            <a:ext cx="5486040" cy="3600000"/>
          </a:xfrm>
          <a:prstGeom prst="rect">
            <a:avLst/>
          </a:prstGeom>
        </p:spPr>
        <p:txBody>
          <a:bodyPr>
            <a:noAutofit/>
          </a:bodyPr>
          <a:p>
            <a:r>
              <a:rPr b="0" lang="de-DE" sz="2000" spc="-1" strike="noStrike">
                <a:latin typeface="Arial"/>
              </a:rPr>
              <a:t>Die H-Brücke liefert nur Pulse. Damit daraus ein runder Sinus wird, braucht es einen Tiefpass aus Drossel und Kondensator. Seine Grenzfrequenz muss zwischen 50 Hertz und 10 Kilohertz liegen.</a:t>
            </a:r>
            <a:endParaRPr b="0" lang="de-DE" sz="2000" spc="-1" strike="noStrike">
              <a:latin typeface="Arial"/>
            </a:endParaRPr>
          </a:p>
          <a:p>
            <a:endParaRPr b="0" lang="de-DE" sz="2000" spc="-1" strike="noStrike">
              <a:latin typeface="Arial"/>
            </a:endParaRPr>
          </a:p>
          <a:p>
            <a:r>
              <a:rPr b="0" lang="de-DE" sz="2000" spc="-1" strike="noStrike">
                <a:latin typeface="Arial"/>
              </a:rPr>
              <a:t>Im ersten Aufbau war ein Kondensator mit 0,1 Mikrofarad eingebaut. Die Grenzfrequenz lag bei 15,9 Kilohertz, also über der PWM-Frequenz, und der Filter hat praktisch nichts getan. Mein Multimeter zeigte im Frequenzbereich 10 Kilohertz statt 50 Hertz, und die Lampe zog 0,13 Ampere statt ihrer 0,10 Ampere Nennstrom.</a:t>
            </a:r>
            <a:endParaRPr b="0" lang="de-DE" sz="2000" spc="-1" strike="noStrike">
              <a:latin typeface="Arial"/>
            </a:endParaRPr>
          </a:p>
          <a:p>
            <a:endParaRPr b="0" lang="de-DE" sz="2000" spc="-1" strike="noStrike">
              <a:latin typeface="Arial"/>
            </a:endParaRPr>
          </a:p>
          <a:p>
            <a:r>
              <a:rPr b="0" lang="de-DE" sz="2000" spc="-1" strike="noStrike">
                <a:latin typeface="Arial"/>
              </a:rPr>
              <a:t>Zusammen mit meinem Dozenten haben wir sieben Kondensatoren mit je 1 Mikrofarad parallel geschaltet, also 7 Mikrofarad. Die Grenzfrequenz liegt jetzt bei 1,9 Kilohertz, der 10-Kilohertz-Anteil ist etwa 28-mal schwächer, und die Lampe zieht genau ihren Nennstrom.</a:t>
            </a:r>
            <a:endParaRPr b="0" lang="de-DE" sz="2000" spc="-1" strike="noStrike">
              <a:latin typeface="Arial"/>
            </a:endParaRPr>
          </a:p>
          <a:p>
            <a:endParaRPr b="0" lang="de-DE" sz="2000" spc="-1" strike="noStrike">
              <a:latin typeface="Arial"/>
            </a:endParaRPr>
          </a:p>
          <a:p>
            <a:pPr marL="216000" indent="-216000">
              <a:lnSpc>
                <a:spcPct val="100000"/>
              </a:lnSpc>
            </a:pPr>
            <a:r>
              <a:rPr b="0" lang="de-DE" sz="2000" spc="-1" strike="noStrike">
                <a:latin typeface="Arial"/>
              </a:rPr>
              <a:t>Überlegt hatte ich auch eine kleinere Drossel mit 330 Mikrohenry. Die Rechnung zeigt aber, dass der Filter damit schlechter wird und der Strom in der Drossel etwa dreimal stärker schwankt. Deshalb bin ich bei 1 Millihenry geblieben.</a:t>
            </a:r>
            <a:endParaRPr b="0" lang="de-DE" sz="2000" spc="-1" strike="noStrike">
              <a:latin typeface="Arial"/>
            </a:endParaRPr>
          </a:p>
        </p:txBody>
      </p:sp>
      <p:sp>
        <p:nvSpPr>
          <p:cNvPr id="391" name="TextShape 3"/>
          <p:cNvSpPr txBox="1"/>
          <p:nvPr/>
        </p:nvSpPr>
        <p:spPr>
          <a:xfrm>
            <a:off x="3884760" y="8685360"/>
            <a:ext cx="2971440" cy="458280"/>
          </a:xfrm>
          <a:prstGeom prst="rect">
            <a:avLst/>
          </a:prstGeom>
          <a:noFill/>
          <a:ln>
            <a:noFill/>
          </a:ln>
        </p:spPr>
        <p:txBody>
          <a:bodyPr anchor="b">
            <a:noAutofit/>
          </a:bodyPr>
          <a:p>
            <a:pPr algn="r">
              <a:lnSpc>
                <a:spcPct val="100000"/>
              </a:lnSpc>
            </a:pPr>
            <a:fld id="{44F27FE4-BCB2-43D3-B48F-30F87305F8E3}" type="slidenum">
              <a:rPr b="0" lang="de-DE" sz="1200" spc="-1" strike="noStrike">
                <a:solidFill>
                  <a:srgbClr val="000000"/>
                </a:solidFill>
                <a:latin typeface="+mn-lt"/>
                <a:ea typeface="+mn-ea"/>
              </a:rPr>
              <a:t>1</a:t>
            </a:fld>
            <a:endParaRPr b="0" lang="de-DE" sz="1200" spc="-1" strike="noStrike">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2" name="PlaceHolder 1"/>
          <p:cNvSpPr>
            <a:spLocks noGrp="1"/>
          </p:cNvSpPr>
          <p:nvPr>
            <p:ph type="sldImg"/>
          </p:nvPr>
        </p:nvSpPr>
        <p:spPr>
          <a:xfrm>
            <a:off x="685800" y="1143000"/>
            <a:ext cx="5486040" cy="3085920"/>
          </a:xfrm>
          <a:prstGeom prst="rect">
            <a:avLst/>
          </a:prstGeom>
        </p:spPr>
      </p:sp>
      <p:sp>
        <p:nvSpPr>
          <p:cNvPr id="393" name="PlaceHolder 2"/>
          <p:cNvSpPr>
            <a:spLocks noGrp="1"/>
          </p:cNvSpPr>
          <p:nvPr>
            <p:ph type="body"/>
          </p:nvPr>
        </p:nvSpPr>
        <p:spPr>
          <a:xfrm>
            <a:off x="685800" y="4400640"/>
            <a:ext cx="5486040" cy="3600000"/>
          </a:xfrm>
          <a:prstGeom prst="rect">
            <a:avLst/>
          </a:prstGeom>
        </p:spPr>
        <p:txBody>
          <a:bodyPr>
            <a:noAutofit/>
          </a:bodyPr>
          <a:p>
            <a:r>
              <a:rPr b="0" lang="de-DE" sz="2000" spc="-1" strike="noStrike">
                <a:latin typeface="Arial"/>
              </a:rPr>
              <a:t>Der zweite große Teil der Software ist die Messung. Der STM32 liest beide Sensoren über seinen 12-Bit-Analog-Digital-Wandler ein.</a:t>
            </a:r>
            <a:endParaRPr b="0" lang="de-DE" sz="2000" spc="-1" strike="noStrike">
              <a:latin typeface="Arial"/>
            </a:endParaRPr>
          </a:p>
          <a:p>
            <a:endParaRPr b="0" lang="de-DE" sz="2000" spc="-1" strike="noStrike">
              <a:latin typeface="Arial"/>
            </a:endParaRPr>
          </a:p>
          <a:p>
            <a:r>
              <a:rPr b="0" lang="de-DE" sz="2000" spc="-1" strike="noStrike">
                <a:latin typeface="Arial"/>
              </a:rPr>
              <a:t>Beim Strom reicht ein einzelner Messwert nicht, weil er den Sinus an einer zufälligen Stelle trifft. Deshalb berechne ich den Effektivwert über 100 Millisekunden, also fünf Perioden. Den Nullpunkt des Sensors messe ich bei jedem Start neu, und das Grundrauschen ziehe ich heraus.</a:t>
            </a:r>
            <a:endParaRPr b="0" lang="de-DE" sz="2000" spc="-1" strike="noStrike">
              <a:latin typeface="Arial"/>
            </a:endParaRPr>
          </a:p>
          <a:p>
            <a:endParaRPr b="0" lang="de-DE" sz="2000" spc="-1" strike="noStrike">
              <a:latin typeface="Arial"/>
            </a:endParaRPr>
          </a:p>
          <a:p>
            <a:r>
              <a:rPr b="0" lang="de-DE" sz="2000" spc="-1" strike="noStrike">
                <a:latin typeface="Arial"/>
              </a:rPr>
              <a:t>Bei der Spannung filtere ich das Signal mit einem digitalen Tiefpass bei 200 Hertz und werte nur die 50-Hertz-Grundschwingung aus. Kalibriert habe ich sie mit einer Oszilloskop-Messung.</a:t>
            </a:r>
            <a:endParaRPr b="0" lang="de-DE" sz="2000" spc="-1" strike="noStrike">
              <a:latin typeface="Arial"/>
            </a:endParaRPr>
          </a:p>
          <a:p>
            <a:endParaRPr b="0" lang="de-DE" sz="2000" spc="-1" strike="noStrike">
              <a:latin typeface="Arial"/>
            </a:endParaRPr>
          </a:p>
          <a:p>
            <a:r>
              <a:rPr b="0" lang="de-DE" sz="2000" spc="-1" strike="noStrike">
                <a:latin typeface="Arial"/>
              </a:rPr>
              <a:t>Die Frequenz bestimme ich über die Nulldurchgänge. Damit Störungen nicht doppelt zählen, gibt es eine Hysterese und eine Sperrzeit von 10 Millisekunden. Die Zeitstempel kommen vom Zykluszähler des Prozessors mit etwa 6 Nanosekunden Auflösung.</a:t>
            </a:r>
            <a:endParaRPr b="0" lang="de-DE" sz="2000" spc="-1" strike="noStrike">
              <a:latin typeface="Arial"/>
            </a:endParaRPr>
          </a:p>
          <a:p>
            <a:endParaRPr b="0" lang="de-DE" sz="2000" spc="-1" strike="noStrike">
              <a:latin typeface="Arial"/>
            </a:endParaRPr>
          </a:p>
          <a:p>
            <a:pPr marL="216000" indent="-216000">
              <a:lnSpc>
                <a:spcPct val="100000"/>
              </a:lnSpc>
            </a:pPr>
            <a:r>
              <a:rPr b="0" lang="de-DE" sz="2000" spc="-1" strike="noStrike">
                <a:latin typeface="Arial"/>
              </a:rPr>
              <a:t>Als kleines Extra kann ich mir die Ausgangsspannung im Debugger live als Kurve anzeigen lassen, ganz ohne Oszilloskop.</a:t>
            </a:r>
            <a:endParaRPr b="0" lang="de-DE" sz="2000" spc="-1" strike="noStrike">
              <a:latin typeface="Arial"/>
            </a:endParaRPr>
          </a:p>
        </p:txBody>
      </p:sp>
      <p:sp>
        <p:nvSpPr>
          <p:cNvPr id="394" name="TextShape 3"/>
          <p:cNvSpPr txBox="1"/>
          <p:nvPr/>
        </p:nvSpPr>
        <p:spPr>
          <a:xfrm>
            <a:off x="3884760" y="8685360"/>
            <a:ext cx="2971440" cy="458280"/>
          </a:xfrm>
          <a:prstGeom prst="rect">
            <a:avLst/>
          </a:prstGeom>
          <a:noFill/>
          <a:ln>
            <a:noFill/>
          </a:ln>
        </p:spPr>
        <p:txBody>
          <a:bodyPr anchor="b">
            <a:noAutofit/>
          </a:bodyPr>
          <a:p>
            <a:pPr algn="r">
              <a:lnSpc>
                <a:spcPct val="100000"/>
              </a:lnSpc>
            </a:pPr>
            <a:fld id="{B7BDC572-A26D-40C8-ABEC-0D4B6D986400}" type="slidenum">
              <a:rPr b="0" lang="de-DE" sz="1200" spc="-1" strike="noStrike">
                <a:solidFill>
                  <a:srgbClr val="000000"/>
                </a:solidFill>
                <a:latin typeface="+mn-lt"/>
                <a:ea typeface="+mn-ea"/>
              </a:rPr>
              <a:t>1</a:t>
            </a:fld>
            <a:endParaRPr b="0" lang="de-DE" sz="1200" spc="-1" strike="noStrike">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5" name="PlaceHolder 1"/>
          <p:cNvSpPr>
            <a:spLocks noGrp="1"/>
          </p:cNvSpPr>
          <p:nvPr>
            <p:ph type="sldImg"/>
          </p:nvPr>
        </p:nvSpPr>
        <p:spPr>
          <a:xfrm>
            <a:off x="685800" y="1143000"/>
            <a:ext cx="5486040" cy="3085920"/>
          </a:xfrm>
          <a:prstGeom prst="rect">
            <a:avLst/>
          </a:prstGeom>
        </p:spPr>
      </p:sp>
      <p:sp>
        <p:nvSpPr>
          <p:cNvPr id="396" name="PlaceHolder 2"/>
          <p:cNvSpPr>
            <a:spLocks noGrp="1"/>
          </p:cNvSpPr>
          <p:nvPr>
            <p:ph type="body"/>
          </p:nvPr>
        </p:nvSpPr>
        <p:spPr>
          <a:xfrm>
            <a:off x="685800" y="4400640"/>
            <a:ext cx="5486040" cy="3600000"/>
          </a:xfrm>
          <a:prstGeom prst="rect">
            <a:avLst/>
          </a:prstGeom>
        </p:spPr>
        <p:txBody>
          <a:bodyPr>
            <a:noAutofit/>
          </a:bodyPr>
          <a:p>
            <a:r>
              <a:rPr b="0" lang="de-DE" sz="2000" spc="-1" strike="noStrike">
                <a:latin typeface="Arial"/>
              </a:rPr>
              <a:t>Funktioniert das auch wirklich? Hier ist der Nachweis mit dem Oszilloskop Analog Discovery 2.</a:t>
            </a:r>
            <a:endParaRPr b="0" lang="de-DE" sz="2000" spc="-1" strike="noStrike">
              <a:latin typeface="Arial"/>
            </a:endParaRPr>
          </a:p>
          <a:p>
            <a:endParaRPr b="0" lang="de-DE" sz="2000" spc="-1" strike="noStrike">
              <a:latin typeface="Arial"/>
            </a:endParaRPr>
          </a:p>
          <a:p>
            <a:r>
              <a:rPr b="0" lang="de-DE" sz="2000" spc="-1" strike="noStrike">
                <a:latin typeface="Arial"/>
              </a:rPr>
              <a:t>Wichtig war die Messmethode. Ich durfte die Masseklemme des Tastkopfs nicht an den Ausgang hängen, denn sie ist geerdet, und der Brückenausgang springt ständig zwischen plus und minus 24 Volt. Das wäre ein Kurzschluss gewesen. Deshalb habe ich mit zwei Kanälen gegen Masse gemessen und die Differenz gebildet.</a:t>
            </a:r>
            <a:endParaRPr b="0" lang="de-DE" sz="2000" spc="-1" strike="noStrike">
              <a:latin typeface="Arial"/>
            </a:endParaRPr>
          </a:p>
          <a:p>
            <a:endParaRPr b="0" lang="de-DE" sz="2000" spc="-1" strike="noStrike">
              <a:latin typeface="Arial"/>
            </a:endParaRPr>
          </a:p>
          <a:p>
            <a:r>
              <a:rPr b="0" lang="de-DE" sz="2000" spc="-1" strike="noStrike">
                <a:latin typeface="Arial"/>
              </a:rPr>
              <a:t>Das Ergebnis ist ein sauberer Sinus. Der Effektivwert beträgt 11,80 Volt, berechnet waren 11,88 Volt, also nur 0,7 Prozent Abweichung. Die Frequenz liegt bei 50,07 Hertz. Der Spitze-Spitze-Wert ist mit 35,3 Volt etwa 2 Volt höher als bei einem perfekten Sinus; das ist der kleine Rest des 10-Kilohertz-Anteils.</a:t>
            </a:r>
            <a:endParaRPr b="0" lang="de-DE" sz="2000" spc="-1" strike="noStrike">
              <a:latin typeface="Arial"/>
            </a:endParaRPr>
          </a:p>
          <a:p>
            <a:endParaRPr b="0" lang="de-DE" sz="2000" spc="-1" strike="noStrike">
              <a:latin typeface="Arial"/>
            </a:endParaRPr>
          </a:p>
          <a:p>
            <a:pPr marL="216000" indent="-216000">
              <a:lnSpc>
                <a:spcPct val="100000"/>
              </a:lnSpc>
            </a:pPr>
            <a:r>
              <a:rPr b="0" lang="de-DE" sz="2000" spc="-1" strike="noStrike">
                <a:latin typeface="Arial"/>
              </a:rPr>
              <a:t>Zur Kontrolle habe ich außerdem mit dem Multimeter gemessen: 11,85 Volt und nur etwa 1,1 Volt Gleichanteil. Daran sieht man, dass wirklich beide Hälften der H-Brücke arbeiten.</a:t>
            </a:r>
            <a:endParaRPr b="0" lang="de-DE" sz="2000" spc="-1" strike="noStrike">
              <a:latin typeface="Arial"/>
            </a:endParaRPr>
          </a:p>
        </p:txBody>
      </p:sp>
      <p:sp>
        <p:nvSpPr>
          <p:cNvPr id="397" name="TextShape 3"/>
          <p:cNvSpPr txBox="1"/>
          <p:nvPr/>
        </p:nvSpPr>
        <p:spPr>
          <a:xfrm>
            <a:off x="3884760" y="8685360"/>
            <a:ext cx="2971440" cy="458280"/>
          </a:xfrm>
          <a:prstGeom prst="rect">
            <a:avLst/>
          </a:prstGeom>
          <a:noFill/>
          <a:ln>
            <a:noFill/>
          </a:ln>
        </p:spPr>
        <p:txBody>
          <a:bodyPr anchor="b">
            <a:noAutofit/>
          </a:bodyPr>
          <a:p>
            <a:pPr algn="r">
              <a:lnSpc>
                <a:spcPct val="100000"/>
              </a:lnSpc>
            </a:pPr>
            <a:fld id="{76E8455C-B9B3-4FE5-B263-5BECEA35C9F8}" type="slidenum">
              <a:rPr b="0" lang="de-DE" sz="1200" spc="-1" strike="noStrike">
                <a:solidFill>
                  <a:srgbClr val="000000"/>
                </a:solidFill>
                <a:latin typeface="+mn-lt"/>
                <a:ea typeface="+mn-ea"/>
              </a:rPr>
              <a:t>1</a:t>
            </a:fld>
            <a:endParaRPr b="0" lang="de-DE" sz="1200" spc="-1" strike="noStrike">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8" name="PlaceHolder 1"/>
          <p:cNvSpPr>
            <a:spLocks noGrp="1"/>
          </p:cNvSpPr>
          <p:nvPr>
            <p:ph type="sldImg"/>
          </p:nvPr>
        </p:nvSpPr>
        <p:spPr>
          <a:xfrm>
            <a:off x="685800" y="1143000"/>
            <a:ext cx="5486040" cy="3085920"/>
          </a:xfrm>
          <a:prstGeom prst="rect">
            <a:avLst/>
          </a:prstGeom>
        </p:spPr>
      </p:sp>
      <p:sp>
        <p:nvSpPr>
          <p:cNvPr id="399" name="PlaceHolder 2"/>
          <p:cNvSpPr>
            <a:spLocks noGrp="1"/>
          </p:cNvSpPr>
          <p:nvPr>
            <p:ph type="body"/>
          </p:nvPr>
        </p:nvSpPr>
        <p:spPr>
          <a:xfrm>
            <a:off x="685800" y="4400640"/>
            <a:ext cx="5486040" cy="3600000"/>
          </a:xfrm>
          <a:prstGeom prst="rect">
            <a:avLst/>
          </a:prstGeom>
        </p:spPr>
        <p:txBody>
          <a:bodyPr>
            <a:noAutofit/>
          </a:bodyPr>
          <a:p>
            <a:r>
              <a:rPr b="0" lang="de-DE" sz="2000" spc="-1" strike="noStrike">
                <a:latin typeface="Arial"/>
              </a:rPr>
              <a:t>Als Nächstes habe ich geprüft, wie genau der STM32 selbst misst, und seine Werte mit Referenzwerten verglichen.</a:t>
            </a:r>
            <a:endParaRPr b="0" lang="de-DE" sz="2000" spc="-1" strike="noStrike">
              <a:latin typeface="Arial"/>
            </a:endParaRPr>
          </a:p>
          <a:p>
            <a:endParaRPr b="0" lang="de-DE" sz="2000" spc="-1" strike="noStrike">
              <a:latin typeface="Arial"/>
            </a:endParaRPr>
          </a:p>
          <a:p>
            <a:r>
              <a:rPr b="0" lang="de-DE" sz="2000" spc="-1" strike="noStrike">
                <a:latin typeface="Arial"/>
              </a:rPr>
              <a:t>Die Spannung misst der STM32 mit 11,91 Volt, das Oszilloskop mit 11,80 Volt, also 0,9 Prozent Unterschied. Die Frequenz: 50,26 Hertz gegenüber 50,07 Hertz, also 0,4 Prozent. Und der Strom: 0,1005 Ampere bei einem Nennstrom der Lampe von 0,100 Ampere, also 0,5 Prozent.</a:t>
            </a:r>
            <a:endParaRPr b="0" lang="de-DE" sz="2000" spc="-1" strike="noStrike">
              <a:latin typeface="Arial"/>
            </a:endParaRPr>
          </a:p>
          <a:p>
            <a:endParaRPr b="0" lang="de-DE" sz="2000" spc="-1" strike="noStrike">
              <a:latin typeface="Arial"/>
            </a:endParaRPr>
          </a:p>
          <a:p>
            <a:r>
              <a:rPr b="0" lang="de-DE" sz="2000" spc="-1" strike="noStrike">
                <a:latin typeface="Arial"/>
              </a:rPr>
              <a:t>Damit liegen alle Messwerte unter einem Prozent Abweichung. Die kleine Frequenzabweichung ist erklärbar: Der interne Taktgeber des STM32 hat eine Toleranz von etwa einem Prozent.</a:t>
            </a:r>
            <a:endParaRPr b="0" lang="de-DE" sz="2000" spc="-1" strike="noStrike">
              <a:latin typeface="Arial"/>
            </a:endParaRPr>
          </a:p>
          <a:p>
            <a:endParaRPr b="0" lang="de-DE" sz="2000" spc="-1" strike="noStrike">
              <a:latin typeface="Arial"/>
            </a:endParaRPr>
          </a:p>
          <a:p>
            <a:pPr marL="216000" indent="-216000">
              <a:lnSpc>
                <a:spcPct val="100000"/>
              </a:lnSpc>
            </a:pPr>
            <a:r>
              <a:rPr b="0" lang="de-DE" sz="2000" spc="-1" strike="noStrike">
                <a:latin typeface="Arial"/>
              </a:rPr>
              <a:t>Für einen Aufbau mit einfachen Sensormodulen ist das ein sehr gutes Ergebnis. Es zeigt, dass Kalibrierung und Signalverarbeitung im Mikrocontroller funktionieren.</a:t>
            </a:r>
            <a:endParaRPr b="0" lang="de-DE" sz="2000" spc="-1" strike="noStrike">
              <a:latin typeface="Arial"/>
            </a:endParaRPr>
          </a:p>
        </p:txBody>
      </p:sp>
      <p:sp>
        <p:nvSpPr>
          <p:cNvPr id="400" name="TextShape 3"/>
          <p:cNvSpPr txBox="1"/>
          <p:nvPr/>
        </p:nvSpPr>
        <p:spPr>
          <a:xfrm>
            <a:off x="3884760" y="8685360"/>
            <a:ext cx="2971440" cy="458280"/>
          </a:xfrm>
          <a:prstGeom prst="rect">
            <a:avLst/>
          </a:prstGeom>
          <a:noFill/>
          <a:ln>
            <a:noFill/>
          </a:ln>
        </p:spPr>
        <p:txBody>
          <a:bodyPr anchor="b">
            <a:noAutofit/>
          </a:bodyPr>
          <a:p>
            <a:pPr algn="r">
              <a:lnSpc>
                <a:spcPct val="100000"/>
              </a:lnSpc>
            </a:pPr>
            <a:fld id="{96917984-0003-493F-9299-8C704F94A820}" type="slidenum">
              <a:rPr b="0" lang="de-DE" sz="1200" spc="-1" strike="noStrike">
                <a:solidFill>
                  <a:srgbClr val="000000"/>
                </a:solidFill>
                <a:latin typeface="+mn-lt"/>
                <a:ea typeface="+mn-ea"/>
              </a:rPr>
              <a:t>1</a:t>
            </a:fld>
            <a:endParaRPr b="0" lang="de-DE" sz="1200" spc="-1" strike="noStrike">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1" name="PlaceHolder 1"/>
          <p:cNvSpPr>
            <a:spLocks noGrp="1"/>
          </p:cNvSpPr>
          <p:nvPr>
            <p:ph type="sldImg"/>
          </p:nvPr>
        </p:nvSpPr>
        <p:spPr>
          <a:xfrm>
            <a:off x="685800" y="1143000"/>
            <a:ext cx="5486040" cy="3085920"/>
          </a:xfrm>
          <a:prstGeom prst="rect">
            <a:avLst/>
          </a:prstGeom>
        </p:spPr>
      </p:sp>
      <p:sp>
        <p:nvSpPr>
          <p:cNvPr id="402" name="PlaceHolder 2"/>
          <p:cNvSpPr>
            <a:spLocks noGrp="1"/>
          </p:cNvSpPr>
          <p:nvPr>
            <p:ph type="body"/>
          </p:nvPr>
        </p:nvSpPr>
        <p:spPr>
          <a:xfrm>
            <a:off x="685800" y="4400640"/>
            <a:ext cx="5486040" cy="3600000"/>
          </a:xfrm>
          <a:prstGeom prst="rect">
            <a:avLst/>
          </a:prstGeom>
        </p:spPr>
        <p:txBody>
          <a:bodyPr>
            <a:noAutofit/>
          </a:bodyPr>
          <a:p>
            <a:r>
              <a:rPr b="0" lang="de-DE" sz="2000" spc="-1" strike="noStrike">
                <a:latin typeface="Arial"/>
              </a:rPr>
              <a:t>Zum Schluss meine Bewertung der Projektphase.</a:t>
            </a:r>
            <a:endParaRPr b="0" lang="de-DE" sz="2000" spc="-1" strike="noStrike">
              <a:latin typeface="Arial"/>
            </a:endParaRPr>
          </a:p>
          <a:p>
            <a:endParaRPr b="0" lang="de-DE" sz="2000" spc="-1" strike="noStrike">
              <a:latin typeface="Arial"/>
            </a:endParaRPr>
          </a:p>
          <a:p>
            <a:r>
              <a:rPr b="0" lang="de-DE" sz="2000" spc="-1" strike="noStrike">
                <a:latin typeface="Arial"/>
              </a:rPr>
              <a:t>Erreicht habe ich das Ziel: Der Wechselrichter liefert einen sauberen Sinus mit 11,8 Volt und 50 Hertz, die Lampe bekommt genau ihre Nennleistung, und der Mikrocontroller misst mit weniger als einem Prozent Abweichung.</a:t>
            </a:r>
            <a:endParaRPr b="0" lang="de-DE" sz="2000" spc="-1" strike="noStrike">
              <a:latin typeface="Arial"/>
            </a:endParaRPr>
          </a:p>
          <a:p>
            <a:endParaRPr b="0" lang="de-DE" sz="2000" spc="-1" strike="noStrike">
              <a:latin typeface="Arial"/>
            </a:endParaRPr>
          </a:p>
          <a:p>
            <a:r>
              <a:rPr b="0" lang="de-DE" sz="2000" spc="-1" strike="noStrike">
                <a:latin typeface="Arial"/>
              </a:rPr>
              <a:t>Auf dem Weg dorthin habe ich mehrere Probleme gelöst. Die Strommessung zeigte zunächst 1,53 Ampere ohne Last, weil das Board mit 3,0 statt 3,3 Volt läuft. Der kleine Lampenstrom ging im Rauschen des Sensors unter. Der Ausgangsfilter war zu schwach. Und meine erste Frequenzmessung meldete 915 Hertz statt 50 Hertz, weil sie Störungen mitgezählt hat.</a:t>
            </a:r>
            <a:endParaRPr b="0" lang="de-DE" sz="2000" spc="-1" strike="noStrike">
              <a:latin typeface="Arial"/>
            </a:endParaRPr>
          </a:p>
          <a:p>
            <a:endParaRPr b="0" lang="de-DE" sz="2000" spc="-1" strike="noStrike">
              <a:latin typeface="Arial"/>
            </a:endParaRPr>
          </a:p>
          <a:p>
            <a:r>
              <a:rPr b="0" lang="de-DE" sz="2000" spc="-1" strike="noStrike">
                <a:latin typeface="Arial"/>
              </a:rPr>
              <a:t>Gelernt habe ich vor allem drei Dinge: dass man jede Messung gegen eine Referenz prüfen muss, dass man am Brückenausgang nie die Masse eines Oszilloskops anklemmen darf, und dass es sich lohnt, ein System Schritt für Schritt in Betrieb zu nehmen.</a:t>
            </a:r>
            <a:endParaRPr b="0" lang="de-DE" sz="2000" spc="-1" strike="noStrike">
              <a:latin typeface="Arial"/>
            </a:endParaRPr>
          </a:p>
          <a:p>
            <a:endParaRPr b="0" lang="de-DE" sz="2000" spc="-1" strike="noStrike">
              <a:latin typeface="Arial"/>
            </a:endParaRPr>
          </a:p>
          <a:p>
            <a:pPr marL="216000" indent="-216000">
              <a:lnSpc>
                <a:spcPct val="100000"/>
              </a:lnSpc>
            </a:pPr>
            <a:r>
              <a:rPr b="0" lang="de-DE" sz="2000" spc="-1" strike="noStrike">
                <a:latin typeface="Arial"/>
              </a:rPr>
              <a:t>Vielen Dank für Ihre Aufmerksamkeit.</a:t>
            </a:r>
            <a:endParaRPr b="0" lang="de-DE" sz="2000" spc="-1" strike="noStrike">
              <a:latin typeface="Arial"/>
            </a:endParaRPr>
          </a:p>
        </p:txBody>
      </p:sp>
      <p:sp>
        <p:nvSpPr>
          <p:cNvPr id="403" name="TextShape 3"/>
          <p:cNvSpPr txBox="1"/>
          <p:nvPr/>
        </p:nvSpPr>
        <p:spPr>
          <a:xfrm>
            <a:off x="3884760" y="8685360"/>
            <a:ext cx="2971440" cy="458280"/>
          </a:xfrm>
          <a:prstGeom prst="rect">
            <a:avLst/>
          </a:prstGeom>
          <a:noFill/>
          <a:ln>
            <a:noFill/>
          </a:ln>
        </p:spPr>
        <p:txBody>
          <a:bodyPr anchor="b">
            <a:noAutofit/>
          </a:bodyPr>
          <a:p>
            <a:pPr algn="r">
              <a:lnSpc>
                <a:spcPct val="100000"/>
              </a:lnSpc>
            </a:pPr>
            <a:fld id="{BEB298CF-DD97-43AB-8968-631EAF868D77}" type="slidenum">
              <a:rPr b="0" lang="de-DE" sz="1200" spc="-1" strike="noStrike">
                <a:solidFill>
                  <a:srgbClr val="000000"/>
                </a:solidFill>
                <a:latin typeface="+mn-lt"/>
                <a:ea typeface="+mn-ea"/>
              </a:rPr>
              <a:t>1</a:t>
            </a:fld>
            <a:endParaRPr b="0" lang="de-DE" sz="1200" spc="-1" strike="noStrike">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4" name="PlaceHolder 1"/>
          <p:cNvSpPr>
            <a:spLocks noGrp="1"/>
          </p:cNvSpPr>
          <p:nvPr>
            <p:ph type="sldImg"/>
          </p:nvPr>
        </p:nvSpPr>
        <p:spPr>
          <a:xfrm>
            <a:off x="685800" y="1143000"/>
            <a:ext cx="5486040" cy="3085920"/>
          </a:xfrm>
          <a:prstGeom prst="rect">
            <a:avLst/>
          </a:prstGeom>
        </p:spPr>
      </p:sp>
      <p:sp>
        <p:nvSpPr>
          <p:cNvPr id="405" name="PlaceHolder 2"/>
          <p:cNvSpPr>
            <a:spLocks noGrp="1"/>
          </p:cNvSpPr>
          <p:nvPr>
            <p:ph type="body"/>
          </p:nvPr>
        </p:nvSpPr>
        <p:spPr>
          <a:xfrm>
            <a:off x="685800" y="4400640"/>
            <a:ext cx="5486040" cy="3600000"/>
          </a:xfrm>
          <a:prstGeom prst="rect">
            <a:avLst/>
          </a:prstGeom>
        </p:spPr>
        <p:txBody>
          <a:bodyPr>
            <a:noAutofit/>
          </a:bodyPr>
          <a:p>
            <a:r>
              <a:rPr b="0" lang="de-DE" sz="2000" spc="-1" strike="noStrike">
                <a:latin typeface="Arial"/>
              </a:rPr>
              <a:t>Das Projekt geht in meiner Bachelorarbeit weiter. Das Thema ist mit meinem Betreuer abgestimmt: Ich vergleiche zwei Verfahren zur Strommessung in diesem Wechselrichter.</a:t>
            </a:r>
            <a:endParaRPr b="0" lang="de-DE" sz="2000" spc="-1" strike="noStrike">
              <a:latin typeface="Arial"/>
            </a:endParaRPr>
          </a:p>
          <a:p>
            <a:endParaRPr b="0" lang="de-DE" sz="2000" spc="-1" strike="noStrike">
              <a:latin typeface="Arial"/>
            </a:endParaRPr>
          </a:p>
          <a:p>
            <a:r>
              <a:rPr b="0" lang="de-DE" sz="2000" spc="-1" strike="noStrike">
                <a:latin typeface="Arial"/>
              </a:rPr>
              <a:t>Auf der einen Seite steht der Hall-Sensor ACS712, den ich schon in der Projektphase verwendet habe. Auf der anderen Seite stehen die Strommessausgänge IS_R und IS_L der H-Brücke BTS7960. Sie sind ohnehin vorhanden, also ohne zusätzliches Bauteil. Die spannende Frage ist, ob man den zusätzlichen Sensor einsparen kann, denn die eingebaute Messung ist eigentlich für viel größere Ströme gedacht als die eines Modellhauses.</a:t>
            </a:r>
            <a:endParaRPr b="0" lang="de-DE" sz="2000" spc="-1" strike="noStrike">
              <a:latin typeface="Arial"/>
            </a:endParaRPr>
          </a:p>
          <a:p>
            <a:endParaRPr b="0" lang="de-DE" sz="2000" spc="-1" strike="noStrike">
              <a:latin typeface="Arial"/>
            </a:endParaRPr>
          </a:p>
          <a:p>
            <a:r>
              <a:rPr b="0" lang="de-DE" sz="2000" spc="-1" strike="noStrike">
                <a:latin typeface="Arial"/>
              </a:rPr>
              <a:t>Den Schwerpunkt bildet ein Einspeisebetrieb. Ein zweiter Wechselrichter stellt eine kleine Solaranlage des Modellhauses dar und speist mit einer einfachen PLL und einem PI-Regler Strom in das Hausnetz ein. Dort ist die Strommessung Teil der Regelung.</a:t>
            </a:r>
            <a:endParaRPr b="0" lang="de-DE" sz="2000" spc="-1" strike="noStrike">
              <a:latin typeface="Arial"/>
            </a:endParaRPr>
          </a:p>
          <a:p>
            <a:endParaRPr b="0" lang="de-DE" sz="2000" spc="-1" strike="noStrike">
              <a:latin typeface="Arial"/>
            </a:endParaRPr>
          </a:p>
          <a:p>
            <a:pPr marL="216000" indent="-216000">
              <a:lnSpc>
                <a:spcPct val="100000"/>
              </a:lnSpc>
            </a:pPr>
            <a:r>
              <a:rPr b="0" lang="de-DE" sz="2000" spc="-1" strike="noStrike">
                <a:latin typeface="Arial"/>
              </a:rPr>
              <a:t>Geplant sind drei Monate: Hardware und Software ergänzen, den Einspeisebetrieb aufbauen, messen und auswerten.</a:t>
            </a:r>
            <a:endParaRPr b="0" lang="de-DE" sz="2000" spc="-1" strike="noStrike">
              <a:latin typeface="Arial"/>
            </a:endParaRPr>
          </a:p>
        </p:txBody>
      </p:sp>
      <p:sp>
        <p:nvSpPr>
          <p:cNvPr id="406" name="TextShape 3"/>
          <p:cNvSpPr txBox="1"/>
          <p:nvPr/>
        </p:nvSpPr>
        <p:spPr>
          <a:xfrm>
            <a:off x="3884760" y="8685360"/>
            <a:ext cx="2971440" cy="458280"/>
          </a:xfrm>
          <a:prstGeom prst="rect">
            <a:avLst/>
          </a:prstGeom>
          <a:noFill/>
          <a:ln>
            <a:noFill/>
          </a:ln>
        </p:spPr>
        <p:txBody>
          <a:bodyPr anchor="b">
            <a:noAutofit/>
          </a:bodyPr>
          <a:p>
            <a:pPr algn="r">
              <a:lnSpc>
                <a:spcPct val="100000"/>
              </a:lnSpc>
            </a:pPr>
            <a:fld id="{4A2331F0-C53A-47DE-BED0-15099B8DAB6E}" type="slidenum">
              <a:rPr b="0" lang="de-DE" sz="1200" spc="-1" strike="noStrike">
                <a:solidFill>
                  <a:srgbClr val="000000"/>
                </a:solidFill>
                <a:latin typeface="+mn-lt"/>
                <a:ea typeface="+mn-ea"/>
              </a:rPr>
              <a:t>1</a:t>
            </a:fld>
            <a:endParaRPr b="0" lang="de-DE" sz="1200" spc="-1" strike="noStrike">
              <a:latin typeface="Times New Roman"/>
            </a:endParaRPr>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9" name="PlaceHolder 1"/>
          <p:cNvSpPr>
            <a:spLocks noGrp="1"/>
          </p:cNvSpPr>
          <p:nvPr>
            <p:ph type="title"/>
          </p:nvPr>
        </p:nvSpPr>
        <p:spPr>
          <a:xfrm>
            <a:off x="457200" y="658440"/>
            <a:ext cx="8229240" cy="548280"/>
          </a:xfrm>
          <a:prstGeom prst="rect">
            <a:avLst/>
          </a:prstGeom>
        </p:spPr>
        <p:txBody>
          <a:bodyPr lIns="0" rIns="0" tIns="0" bIns="0" anchor="ctr">
            <a:spAutoFit/>
          </a:bodyPr>
          <a:p>
            <a:endParaRPr b="0" lang="de-DE" sz="1800" spc="-1" strike="noStrike">
              <a:solidFill>
                <a:srgbClr val="1a1a1a"/>
              </a:solidFill>
              <a:latin typeface="Arial"/>
            </a:endParaRPr>
          </a:p>
        </p:txBody>
      </p:sp>
      <p:sp>
        <p:nvSpPr>
          <p:cNvPr id="10" name="PlaceHolder 2"/>
          <p:cNvSpPr>
            <a:spLocks noGrp="1"/>
          </p:cNvSpPr>
          <p:nvPr>
            <p:ph type="subTitle"/>
          </p:nvPr>
        </p:nvSpPr>
        <p:spPr>
          <a:xfrm>
            <a:off x="457200" y="1203480"/>
            <a:ext cx="8229240" cy="2982960"/>
          </a:xfrm>
          <a:prstGeom prst="rect">
            <a:avLst/>
          </a:prstGeom>
        </p:spPr>
        <p:txBody>
          <a:bodyPr lIns="0" rIns="0" tIns="0" bIns="0" anchor="ctr">
            <a:spAutoFit/>
          </a:bodyPr>
          <a:p>
            <a:pPr algn="ctr"/>
            <a:endParaRPr b="0" lang="de-DE" sz="3200" spc="-1" strike="noStrike">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457200" y="658440"/>
            <a:ext cx="8229240" cy="548280"/>
          </a:xfrm>
          <a:prstGeom prst="rect">
            <a:avLst/>
          </a:prstGeom>
        </p:spPr>
        <p:txBody>
          <a:bodyPr lIns="0" rIns="0" tIns="0" bIns="0" anchor="ctr">
            <a:spAutoFit/>
          </a:bodyPr>
          <a:p>
            <a:endParaRPr b="0" lang="de-DE" sz="1800" spc="-1" strike="noStrike">
              <a:solidFill>
                <a:srgbClr val="1a1a1a"/>
              </a:solidFill>
              <a:latin typeface="Arial"/>
            </a:endParaRPr>
          </a:p>
        </p:txBody>
      </p:sp>
      <p:sp>
        <p:nvSpPr>
          <p:cNvPr id="12" name="PlaceHolder 2"/>
          <p:cNvSpPr>
            <a:spLocks noGrp="1"/>
          </p:cNvSpPr>
          <p:nvPr>
            <p:ph type="body"/>
          </p:nvPr>
        </p:nvSpPr>
        <p:spPr>
          <a:xfrm>
            <a:off x="457200" y="1203480"/>
            <a:ext cx="8229240" cy="2982960"/>
          </a:xfrm>
          <a:prstGeom prst="rect">
            <a:avLst/>
          </a:prstGeom>
        </p:spPr>
        <p:txBody>
          <a:bodyPr lIns="0" rIns="0" tIns="0" bIns="0">
            <a:normAutofit/>
          </a:bodyPr>
          <a:p>
            <a:endParaRPr b="0" lang="de-DE" sz="3200" spc="-1" strike="noStrike">
              <a:solidFill>
                <a:srgbClr val="1a1a1a"/>
              </a:solidFill>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3" name="PlaceHolder 1"/>
          <p:cNvSpPr>
            <a:spLocks noGrp="1"/>
          </p:cNvSpPr>
          <p:nvPr>
            <p:ph type="title"/>
          </p:nvPr>
        </p:nvSpPr>
        <p:spPr>
          <a:xfrm>
            <a:off x="457200" y="658440"/>
            <a:ext cx="8229240" cy="548280"/>
          </a:xfrm>
          <a:prstGeom prst="rect">
            <a:avLst/>
          </a:prstGeom>
        </p:spPr>
        <p:txBody>
          <a:bodyPr lIns="0" rIns="0" tIns="0" bIns="0" anchor="ctr">
            <a:spAutoFit/>
          </a:bodyPr>
          <a:p>
            <a:endParaRPr b="0" lang="de-DE" sz="1800" spc="-1" strike="noStrike">
              <a:solidFill>
                <a:srgbClr val="1a1a1a"/>
              </a:solidFill>
              <a:latin typeface="Arial"/>
            </a:endParaRPr>
          </a:p>
        </p:txBody>
      </p:sp>
      <p:sp>
        <p:nvSpPr>
          <p:cNvPr id="14" name="PlaceHolder 2"/>
          <p:cNvSpPr>
            <a:spLocks noGrp="1"/>
          </p:cNvSpPr>
          <p:nvPr>
            <p:ph type="body"/>
          </p:nvPr>
        </p:nvSpPr>
        <p:spPr>
          <a:xfrm>
            <a:off x="457200" y="1203480"/>
            <a:ext cx="4015800" cy="2982960"/>
          </a:xfrm>
          <a:prstGeom prst="rect">
            <a:avLst/>
          </a:prstGeom>
        </p:spPr>
        <p:txBody>
          <a:bodyPr lIns="0" rIns="0" tIns="0" bIns="0">
            <a:normAutofit/>
          </a:bodyPr>
          <a:p>
            <a:endParaRPr b="0" lang="de-DE" sz="3200" spc="-1" strike="noStrike">
              <a:solidFill>
                <a:srgbClr val="1a1a1a"/>
              </a:solidFill>
              <a:latin typeface="Arial"/>
            </a:endParaRPr>
          </a:p>
        </p:txBody>
      </p:sp>
      <p:sp>
        <p:nvSpPr>
          <p:cNvPr id="15" name="PlaceHolder 3"/>
          <p:cNvSpPr>
            <a:spLocks noGrp="1"/>
          </p:cNvSpPr>
          <p:nvPr>
            <p:ph type="body"/>
          </p:nvPr>
        </p:nvSpPr>
        <p:spPr>
          <a:xfrm>
            <a:off x="4674240" y="1203480"/>
            <a:ext cx="4015800" cy="2982960"/>
          </a:xfrm>
          <a:prstGeom prst="rect">
            <a:avLst/>
          </a:prstGeom>
        </p:spPr>
        <p:txBody>
          <a:bodyPr lIns="0" rIns="0" tIns="0" bIns="0">
            <a:normAutofit/>
          </a:bodyPr>
          <a:p>
            <a:endParaRPr b="0" lang="de-DE" sz="3200" spc="-1" strike="noStrike">
              <a:solidFill>
                <a:srgbClr val="1a1a1a"/>
              </a:solidFill>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6" name="PlaceHolder 1"/>
          <p:cNvSpPr>
            <a:spLocks noGrp="1"/>
          </p:cNvSpPr>
          <p:nvPr>
            <p:ph type="title"/>
          </p:nvPr>
        </p:nvSpPr>
        <p:spPr>
          <a:xfrm>
            <a:off x="457200" y="658440"/>
            <a:ext cx="8229240" cy="548280"/>
          </a:xfrm>
          <a:prstGeom prst="rect">
            <a:avLst/>
          </a:prstGeom>
        </p:spPr>
        <p:txBody>
          <a:bodyPr lIns="0" rIns="0" tIns="0" bIns="0" anchor="ctr">
            <a:spAutoFit/>
          </a:bodyPr>
          <a:p>
            <a:endParaRPr b="0" lang="de-DE" sz="1800" spc="-1" strike="noStrike">
              <a:solidFill>
                <a:srgbClr val="1a1a1a"/>
              </a:solidFill>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7" name="PlaceHolder 1"/>
          <p:cNvSpPr>
            <a:spLocks noGrp="1"/>
          </p:cNvSpPr>
          <p:nvPr>
            <p:ph type="subTitle"/>
          </p:nvPr>
        </p:nvSpPr>
        <p:spPr>
          <a:xfrm>
            <a:off x="457200" y="658440"/>
            <a:ext cx="8229240" cy="2542680"/>
          </a:xfrm>
          <a:prstGeom prst="rect">
            <a:avLst/>
          </a:prstGeom>
        </p:spPr>
        <p:txBody>
          <a:bodyPr lIns="0" rIns="0" tIns="0" bIns="0" anchor="ctr">
            <a:spAutoFit/>
          </a:bodyPr>
          <a:p>
            <a:pPr algn="ctr"/>
            <a:endParaRPr b="0" lang="de-DE" sz="3200" spc="-1" strike="noStrike">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457200" y="658440"/>
            <a:ext cx="8229240" cy="548280"/>
          </a:xfrm>
          <a:prstGeom prst="rect">
            <a:avLst/>
          </a:prstGeom>
        </p:spPr>
        <p:txBody>
          <a:bodyPr lIns="0" rIns="0" tIns="0" bIns="0" anchor="ctr">
            <a:spAutoFit/>
          </a:bodyPr>
          <a:p>
            <a:endParaRPr b="0" lang="de-DE" sz="1800" spc="-1" strike="noStrike">
              <a:solidFill>
                <a:srgbClr val="1a1a1a"/>
              </a:solidFill>
              <a:latin typeface="Arial"/>
            </a:endParaRPr>
          </a:p>
        </p:txBody>
      </p:sp>
      <p:sp>
        <p:nvSpPr>
          <p:cNvPr id="19" name="PlaceHolder 2"/>
          <p:cNvSpPr>
            <a:spLocks noGrp="1"/>
          </p:cNvSpPr>
          <p:nvPr>
            <p:ph type="body"/>
          </p:nvPr>
        </p:nvSpPr>
        <p:spPr>
          <a:xfrm>
            <a:off x="457200" y="1203480"/>
            <a:ext cx="4015800" cy="1422720"/>
          </a:xfrm>
          <a:prstGeom prst="rect">
            <a:avLst/>
          </a:prstGeom>
        </p:spPr>
        <p:txBody>
          <a:bodyPr lIns="0" rIns="0" tIns="0" bIns="0">
            <a:normAutofit/>
          </a:bodyPr>
          <a:p>
            <a:endParaRPr b="0" lang="de-DE" sz="3200" spc="-1" strike="noStrike">
              <a:solidFill>
                <a:srgbClr val="1a1a1a"/>
              </a:solidFill>
              <a:latin typeface="Arial"/>
            </a:endParaRPr>
          </a:p>
        </p:txBody>
      </p:sp>
      <p:sp>
        <p:nvSpPr>
          <p:cNvPr id="20" name="PlaceHolder 3"/>
          <p:cNvSpPr>
            <a:spLocks noGrp="1"/>
          </p:cNvSpPr>
          <p:nvPr>
            <p:ph type="body"/>
          </p:nvPr>
        </p:nvSpPr>
        <p:spPr>
          <a:xfrm>
            <a:off x="4674240" y="1203480"/>
            <a:ext cx="4015800" cy="2982960"/>
          </a:xfrm>
          <a:prstGeom prst="rect">
            <a:avLst/>
          </a:prstGeom>
        </p:spPr>
        <p:txBody>
          <a:bodyPr lIns="0" rIns="0" tIns="0" bIns="0">
            <a:normAutofit/>
          </a:bodyPr>
          <a:p>
            <a:endParaRPr b="0" lang="de-DE" sz="3200" spc="-1" strike="noStrike">
              <a:solidFill>
                <a:srgbClr val="1a1a1a"/>
              </a:solidFill>
              <a:latin typeface="Arial"/>
            </a:endParaRPr>
          </a:p>
        </p:txBody>
      </p:sp>
      <p:sp>
        <p:nvSpPr>
          <p:cNvPr id="21" name="PlaceHolder 4"/>
          <p:cNvSpPr>
            <a:spLocks noGrp="1"/>
          </p:cNvSpPr>
          <p:nvPr>
            <p:ph type="body"/>
          </p:nvPr>
        </p:nvSpPr>
        <p:spPr>
          <a:xfrm>
            <a:off x="457200" y="2761920"/>
            <a:ext cx="4015800" cy="1422720"/>
          </a:xfrm>
          <a:prstGeom prst="rect">
            <a:avLst/>
          </a:prstGeom>
        </p:spPr>
        <p:txBody>
          <a:bodyPr lIns="0" rIns="0" tIns="0" bIns="0">
            <a:normAutofit/>
          </a:bodyPr>
          <a:p>
            <a:endParaRPr b="0" lang="de-DE" sz="3200" spc="-1" strike="noStrike">
              <a:solidFill>
                <a:srgbClr val="1a1a1a"/>
              </a:solidFill>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457200" y="658440"/>
            <a:ext cx="8229240" cy="548280"/>
          </a:xfrm>
          <a:prstGeom prst="rect">
            <a:avLst/>
          </a:prstGeom>
        </p:spPr>
        <p:txBody>
          <a:bodyPr lIns="0" rIns="0" tIns="0" bIns="0" anchor="ctr">
            <a:spAutoFit/>
          </a:bodyPr>
          <a:p>
            <a:endParaRPr b="0" lang="de-DE" sz="1800" spc="-1" strike="noStrike">
              <a:solidFill>
                <a:srgbClr val="1a1a1a"/>
              </a:solidFill>
              <a:latin typeface="Arial"/>
            </a:endParaRPr>
          </a:p>
        </p:txBody>
      </p:sp>
      <p:sp>
        <p:nvSpPr>
          <p:cNvPr id="23" name="PlaceHolder 2"/>
          <p:cNvSpPr>
            <a:spLocks noGrp="1"/>
          </p:cNvSpPr>
          <p:nvPr>
            <p:ph type="body"/>
          </p:nvPr>
        </p:nvSpPr>
        <p:spPr>
          <a:xfrm>
            <a:off x="457200" y="1203480"/>
            <a:ext cx="4015800" cy="2982960"/>
          </a:xfrm>
          <a:prstGeom prst="rect">
            <a:avLst/>
          </a:prstGeom>
        </p:spPr>
        <p:txBody>
          <a:bodyPr lIns="0" rIns="0" tIns="0" bIns="0">
            <a:normAutofit/>
          </a:bodyPr>
          <a:p>
            <a:endParaRPr b="0" lang="de-DE" sz="3200" spc="-1" strike="noStrike">
              <a:solidFill>
                <a:srgbClr val="1a1a1a"/>
              </a:solidFill>
              <a:latin typeface="Arial"/>
            </a:endParaRPr>
          </a:p>
        </p:txBody>
      </p:sp>
      <p:sp>
        <p:nvSpPr>
          <p:cNvPr id="24" name="PlaceHolder 3"/>
          <p:cNvSpPr>
            <a:spLocks noGrp="1"/>
          </p:cNvSpPr>
          <p:nvPr>
            <p:ph type="body"/>
          </p:nvPr>
        </p:nvSpPr>
        <p:spPr>
          <a:xfrm>
            <a:off x="4674240" y="1203480"/>
            <a:ext cx="4015800" cy="1422720"/>
          </a:xfrm>
          <a:prstGeom prst="rect">
            <a:avLst/>
          </a:prstGeom>
        </p:spPr>
        <p:txBody>
          <a:bodyPr lIns="0" rIns="0" tIns="0" bIns="0">
            <a:normAutofit/>
          </a:bodyPr>
          <a:p>
            <a:endParaRPr b="0" lang="de-DE" sz="3200" spc="-1" strike="noStrike">
              <a:solidFill>
                <a:srgbClr val="1a1a1a"/>
              </a:solidFill>
              <a:latin typeface="Arial"/>
            </a:endParaRPr>
          </a:p>
        </p:txBody>
      </p:sp>
      <p:sp>
        <p:nvSpPr>
          <p:cNvPr id="25" name="PlaceHolder 4"/>
          <p:cNvSpPr>
            <a:spLocks noGrp="1"/>
          </p:cNvSpPr>
          <p:nvPr>
            <p:ph type="body"/>
          </p:nvPr>
        </p:nvSpPr>
        <p:spPr>
          <a:xfrm>
            <a:off x="4674240" y="2761920"/>
            <a:ext cx="4015800" cy="1422720"/>
          </a:xfrm>
          <a:prstGeom prst="rect">
            <a:avLst/>
          </a:prstGeom>
        </p:spPr>
        <p:txBody>
          <a:bodyPr lIns="0" rIns="0" tIns="0" bIns="0">
            <a:normAutofit/>
          </a:bodyPr>
          <a:p>
            <a:endParaRPr b="0" lang="de-DE" sz="3200" spc="-1" strike="noStrike">
              <a:solidFill>
                <a:srgbClr val="1a1a1a"/>
              </a:solidFill>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457200" y="658440"/>
            <a:ext cx="8229240" cy="548280"/>
          </a:xfrm>
          <a:prstGeom prst="rect">
            <a:avLst/>
          </a:prstGeom>
        </p:spPr>
        <p:txBody>
          <a:bodyPr lIns="0" rIns="0" tIns="0" bIns="0" anchor="ctr">
            <a:spAutoFit/>
          </a:bodyPr>
          <a:p>
            <a:endParaRPr b="0" lang="de-DE" sz="1800" spc="-1" strike="noStrike">
              <a:solidFill>
                <a:srgbClr val="1a1a1a"/>
              </a:solidFill>
              <a:latin typeface="Arial"/>
            </a:endParaRPr>
          </a:p>
        </p:txBody>
      </p:sp>
      <p:sp>
        <p:nvSpPr>
          <p:cNvPr id="27" name="PlaceHolder 2"/>
          <p:cNvSpPr>
            <a:spLocks noGrp="1"/>
          </p:cNvSpPr>
          <p:nvPr>
            <p:ph type="body"/>
          </p:nvPr>
        </p:nvSpPr>
        <p:spPr>
          <a:xfrm>
            <a:off x="457200" y="1203480"/>
            <a:ext cx="4015800" cy="1422720"/>
          </a:xfrm>
          <a:prstGeom prst="rect">
            <a:avLst/>
          </a:prstGeom>
        </p:spPr>
        <p:txBody>
          <a:bodyPr lIns="0" rIns="0" tIns="0" bIns="0">
            <a:normAutofit/>
          </a:bodyPr>
          <a:p>
            <a:endParaRPr b="0" lang="de-DE" sz="3200" spc="-1" strike="noStrike">
              <a:solidFill>
                <a:srgbClr val="1a1a1a"/>
              </a:solidFill>
              <a:latin typeface="Arial"/>
            </a:endParaRPr>
          </a:p>
        </p:txBody>
      </p:sp>
      <p:sp>
        <p:nvSpPr>
          <p:cNvPr id="28" name="PlaceHolder 3"/>
          <p:cNvSpPr>
            <a:spLocks noGrp="1"/>
          </p:cNvSpPr>
          <p:nvPr>
            <p:ph type="body"/>
          </p:nvPr>
        </p:nvSpPr>
        <p:spPr>
          <a:xfrm>
            <a:off x="4674240" y="1203480"/>
            <a:ext cx="4015800" cy="1422720"/>
          </a:xfrm>
          <a:prstGeom prst="rect">
            <a:avLst/>
          </a:prstGeom>
        </p:spPr>
        <p:txBody>
          <a:bodyPr lIns="0" rIns="0" tIns="0" bIns="0">
            <a:normAutofit/>
          </a:bodyPr>
          <a:p>
            <a:endParaRPr b="0" lang="de-DE" sz="3200" spc="-1" strike="noStrike">
              <a:solidFill>
                <a:srgbClr val="1a1a1a"/>
              </a:solidFill>
              <a:latin typeface="Arial"/>
            </a:endParaRPr>
          </a:p>
        </p:txBody>
      </p:sp>
      <p:sp>
        <p:nvSpPr>
          <p:cNvPr id="29" name="PlaceHolder 4"/>
          <p:cNvSpPr>
            <a:spLocks noGrp="1"/>
          </p:cNvSpPr>
          <p:nvPr>
            <p:ph type="body"/>
          </p:nvPr>
        </p:nvSpPr>
        <p:spPr>
          <a:xfrm>
            <a:off x="457200" y="2761920"/>
            <a:ext cx="8229240" cy="1422720"/>
          </a:xfrm>
          <a:prstGeom prst="rect">
            <a:avLst/>
          </a:prstGeom>
        </p:spPr>
        <p:txBody>
          <a:bodyPr lIns="0" rIns="0" tIns="0" bIns="0">
            <a:normAutofit/>
          </a:bodyPr>
          <a:p>
            <a:endParaRPr b="0" lang="de-DE" sz="3200" spc="-1" strike="noStrike">
              <a:solidFill>
                <a:srgbClr val="1a1a1a"/>
              </a:solidFill>
              <a:latin typeface="Aria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30" name="PlaceHolder 1"/>
          <p:cNvSpPr>
            <a:spLocks noGrp="1"/>
          </p:cNvSpPr>
          <p:nvPr>
            <p:ph type="title"/>
          </p:nvPr>
        </p:nvSpPr>
        <p:spPr>
          <a:xfrm>
            <a:off x="457200" y="658440"/>
            <a:ext cx="8229240" cy="548280"/>
          </a:xfrm>
          <a:prstGeom prst="rect">
            <a:avLst/>
          </a:prstGeom>
        </p:spPr>
        <p:txBody>
          <a:bodyPr lIns="0" rIns="0" tIns="0" bIns="0" anchor="ctr">
            <a:spAutoFit/>
          </a:bodyPr>
          <a:p>
            <a:endParaRPr b="0" lang="de-DE" sz="1800" spc="-1" strike="noStrike">
              <a:solidFill>
                <a:srgbClr val="1a1a1a"/>
              </a:solidFill>
              <a:latin typeface="Arial"/>
            </a:endParaRPr>
          </a:p>
        </p:txBody>
      </p:sp>
      <p:sp>
        <p:nvSpPr>
          <p:cNvPr id="31" name="PlaceHolder 2"/>
          <p:cNvSpPr>
            <a:spLocks noGrp="1"/>
          </p:cNvSpPr>
          <p:nvPr>
            <p:ph type="body"/>
          </p:nvPr>
        </p:nvSpPr>
        <p:spPr>
          <a:xfrm>
            <a:off x="457200" y="1203480"/>
            <a:ext cx="8229240" cy="1422720"/>
          </a:xfrm>
          <a:prstGeom prst="rect">
            <a:avLst/>
          </a:prstGeom>
        </p:spPr>
        <p:txBody>
          <a:bodyPr lIns="0" rIns="0" tIns="0" bIns="0">
            <a:normAutofit/>
          </a:bodyPr>
          <a:p>
            <a:endParaRPr b="0" lang="de-DE" sz="3200" spc="-1" strike="noStrike">
              <a:solidFill>
                <a:srgbClr val="1a1a1a"/>
              </a:solidFill>
              <a:latin typeface="Arial"/>
            </a:endParaRPr>
          </a:p>
        </p:txBody>
      </p:sp>
      <p:sp>
        <p:nvSpPr>
          <p:cNvPr id="32" name="PlaceHolder 3"/>
          <p:cNvSpPr>
            <a:spLocks noGrp="1"/>
          </p:cNvSpPr>
          <p:nvPr>
            <p:ph type="body"/>
          </p:nvPr>
        </p:nvSpPr>
        <p:spPr>
          <a:xfrm>
            <a:off x="457200" y="2761920"/>
            <a:ext cx="8229240" cy="1422720"/>
          </a:xfrm>
          <a:prstGeom prst="rect">
            <a:avLst/>
          </a:prstGeom>
        </p:spPr>
        <p:txBody>
          <a:bodyPr lIns="0" rIns="0" tIns="0" bIns="0">
            <a:normAutofit/>
          </a:bodyPr>
          <a:p>
            <a:endParaRPr b="0" lang="de-DE" sz="3200" spc="-1" strike="noStrike">
              <a:solidFill>
                <a:srgbClr val="1a1a1a"/>
              </a:solidFill>
              <a:latin typeface="Aria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33" name="PlaceHolder 1"/>
          <p:cNvSpPr>
            <a:spLocks noGrp="1"/>
          </p:cNvSpPr>
          <p:nvPr>
            <p:ph type="title"/>
          </p:nvPr>
        </p:nvSpPr>
        <p:spPr>
          <a:xfrm>
            <a:off x="457200" y="658440"/>
            <a:ext cx="8229240" cy="548280"/>
          </a:xfrm>
          <a:prstGeom prst="rect">
            <a:avLst/>
          </a:prstGeom>
        </p:spPr>
        <p:txBody>
          <a:bodyPr lIns="0" rIns="0" tIns="0" bIns="0" anchor="ctr">
            <a:spAutoFit/>
          </a:bodyPr>
          <a:p>
            <a:endParaRPr b="0" lang="de-DE" sz="1800" spc="-1" strike="noStrike">
              <a:solidFill>
                <a:srgbClr val="1a1a1a"/>
              </a:solidFill>
              <a:latin typeface="Arial"/>
            </a:endParaRPr>
          </a:p>
        </p:txBody>
      </p:sp>
      <p:sp>
        <p:nvSpPr>
          <p:cNvPr id="34" name="PlaceHolder 2"/>
          <p:cNvSpPr>
            <a:spLocks noGrp="1"/>
          </p:cNvSpPr>
          <p:nvPr>
            <p:ph type="body"/>
          </p:nvPr>
        </p:nvSpPr>
        <p:spPr>
          <a:xfrm>
            <a:off x="457200" y="1203480"/>
            <a:ext cx="4015800" cy="1422720"/>
          </a:xfrm>
          <a:prstGeom prst="rect">
            <a:avLst/>
          </a:prstGeom>
        </p:spPr>
        <p:txBody>
          <a:bodyPr lIns="0" rIns="0" tIns="0" bIns="0">
            <a:normAutofit/>
          </a:bodyPr>
          <a:p>
            <a:endParaRPr b="0" lang="de-DE" sz="3200" spc="-1" strike="noStrike">
              <a:solidFill>
                <a:srgbClr val="1a1a1a"/>
              </a:solidFill>
              <a:latin typeface="Arial"/>
            </a:endParaRPr>
          </a:p>
        </p:txBody>
      </p:sp>
      <p:sp>
        <p:nvSpPr>
          <p:cNvPr id="35" name="PlaceHolder 3"/>
          <p:cNvSpPr>
            <a:spLocks noGrp="1"/>
          </p:cNvSpPr>
          <p:nvPr>
            <p:ph type="body"/>
          </p:nvPr>
        </p:nvSpPr>
        <p:spPr>
          <a:xfrm>
            <a:off x="4674240" y="1203480"/>
            <a:ext cx="4015800" cy="1422720"/>
          </a:xfrm>
          <a:prstGeom prst="rect">
            <a:avLst/>
          </a:prstGeom>
        </p:spPr>
        <p:txBody>
          <a:bodyPr lIns="0" rIns="0" tIns="0" bIns="0">
            <a:normAutofit/>
          </a:bodyPr>
          <a:p>
            <a:endParaRPr b="0" lang="de-DE" sz="3200" spc="-1" strike="noStrike">
              <a:solidFill>
                <a:srgbClr val="1a1a1a"/>
              </a:solidFill>
              <a:latin typeface="Arial"/>
            </a:endParaRPr>
          </a:p>
        </p:txBody>
      </p:sp>
      <p:sp>
        <p:nvSpPr>
          <p:cNvPr id="36" name="PlaceHolder 4"/>
          <p:cNvSpPr>
            <a:spLocks noGrp="1"/>
          </p:cNvSpPr>
          <p:nvPr>
            <p:ph type="body"/>
          </p:nvPr>
        </p:nvSpPr>
        <p:spPr>
          <a:xfrm>
            <a:off x="457200" y="2761920"/>
            <a:ext cx="4015800" cy="1422720"/>
          </a:xfrm>
          <a:prstGeom prst="rect">
            <a:avLst/>
          </a:prstGeom>
        </p:spPr>
        <p:txBody>
          <a:bodyPr lIns="0" rIns="0" tIns="0" bIns="0">
            <a:normAutofit/>
          </a:bodyPr>
          <a:p>
            <a:endParaRPr b="0" lang="de-DE" sz="3200" spc="-1" strike="noStrike">
              <a:solidFill>
                <a:srgbClr val="1a1a1a"/>
              </a:solidFill>
              <a:latin typeface="Arial"/>
            </a:endParaRPr>
          </a:p>
        </p:txBody>
      </p:sp>
      <p:sp>
        <p:nvSpPr>
          <p:cNvPr id="37" name="PlaceHolder 5"/>
          <p:cNvSpPr>
            <a:spLocks noGrp="1"/>
          </p:cNvSpPr>
          <p:nvPr>
            <p:ph type="body"/>
          </p:nvPr>
        </p:nvSpPr>
        <p:spPr>
          <a:xfrm>
            <a:off x="4674240" y="2761920"/>
            <a:ext cx="4015800" cy="1422720"/>
          </a:xfrm>
          <a:prstGeom prst="rect">
            <a:avLst/>
          </a:prstGeom>
        </p:spPr>
        <p:txBody>
          <a:bodyPr lIns="0" rIns="0" tIns="0" bIns="0">
            <a:normAutofit/>
          </a:bodyPr>
          <a:p>
            <a:endParaRPr b="0" lang="de-DE" sz="3200" spc="-1" strike="noStrike">
              <a:solidFill>
                <a:srgbClr val="1a1a1a"/>
              </a:solidFill>
              <a:latin typeface="Arial"/>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8" name="PlaceHolder 1"/>
          <p:cNvSpPr>
            <a:spLocks noGrp="1"/>
          </p:cNvSpPr>
          <p:nvPr>
            <p:ph type="title"/>
          </p:nvPr>
        </p:nvSpPr>
        <p:spPr>
          <a:xfrm>
            <a:off x="457200" y="658440"/>
            <a:ext cx="8229240" cy="548280"/>
          </a:xfrm>
          <a:prstGeom prst="rect">
            <a:avLst/>
          </a:prstGeom>
        </p:spPr>
        <p:txBody>
          <a:bodyPr lIns="0" rIns="0" tIns="0" bIns="0" anchor="ctr">
            <a:spAutoFit/>
          </a:bodyPr>
          <a:p>
            <a:endParaRPr b="0" lang="de-DE" sz="1800" spc="-1" strike="noStrike">
              <a:solidFill>
                <a:srgbClr val="1a1a1a"/>
              </a:solidFill>
              <a:latin typeface="Arial"/>
            </a:endParaRPr>
          </a:p>
        </p:txBody>
      </p:sp>
      <p:sp>
        <p:nvSpPr>
          <p:cNvPr id="39" name="PlaceHolder 2"/>
          <p:cNvSpPr>
            <a:spLocks noGrp="1"/>
          </p:cNvSpPr>
          <p:nvPr>
            <p:ph type="body"/>
          </p:nvPr>
        </p:nvSpPr>
        <p:spPr>
          <a:xfrm>
            <a:off x="457200" y="1203480"/>
            <a:ext cx="2649600" cy="1422720"/>
          </a:xfrm>
          <a:prstGeom prst="rect">
            <a:avLst/>
          </a:prstGeom>
        </p:spPr>
        <p:txBody>
          <a:bodyPr lIns="0" rIns="0" tIns="0" bIns="0">
            <a:normAutofit/>
          </a:bodyPr>
          <a:p>
            <a:endParaRPr b="0" lang="de-DE" sz="3200" spc="-1" strike="noStrike">
              <a:solidFill>
                <a:srgbClr val="1a1a1a"/>
              </a:solidFill>
              <a:latin typeface="Arial"/>
            </a:endParaRPr>
          </a:p>
        </p:txBody>
      </p:sp>
      <p:sp>
        <p:nvSpPr>
          <p:cNvPr id="40" name="PlaceHolder 3"/>
          <p:cNvSpPr>
            <a:spLocks noGrp="1"/>
          </p:cNvSpPr>
          <p:nvPr>
            <p:ph type="body"/>
          </p:nvPr>
        </p:nvSpPr>
        <p:spPr>
          <a:xfrm>
            <a:off x="3239640" y="1203480"/>
            <a:ext cx="2649600" cy="1422720"/>
          </a:xfrm>
          <a:prstGeom prst="rect">
            <a:avLst/>
          </a:prstGeom>
        </p:spPr>
        <p:txBody>
          <a:bodyPr lIns="0" rIns="0" tIns="0" bIns="0">
            <a:normAutofit/>
          </a:bodyPr>
          <a:p>
            <a:endParaRPr b="0" lang="de-DE" sz="3200" spc="-1" strike="noStrike">
              <a:solidFill>
                <a:srgbClr val="1a1a1a"/>
              </a:solidFill>
              <a:latin typeface="Arial"/>
            </a:endParaRPr>
          </a:p>
        </p:txBody>
      </p:sp>
      <p:sp>
        <p:nvSpPr>
          <p:cNvPr id="41" name="PlaceHolder 4"/>
          <p:cNvSpPr>
            <a:spLocks noGrp="1"/>
          </p:cNvSpPr>
          <p:nvPr>
            <p:ph type="body"/>
          </p:nvPr>
        </p:nvSpPr>
        <p:spPr>
          <a:xfrm>
            <a:off x="6022080" y="1203480"/>
            <a:ext cx="2649600" cy="1422720"/>
          </a:xfrm>
          <a:prstGeom prst="rect">
            <a:avLst/>
          </a:prstGeom>
        </p:spPr>
        <p:txBody>
          <a:bodyPr lIns="0" rIns="0" tIns="0" bIns="0">
            <a:normAutofit/>
          </a:bodyPr>
          <a:p>
            <a:endParaRPr b="0" lang="de-DE" sz="3200" spc="-1" strike="noStrike">
              <a:solidFill>
                <a:srgbClr val="1a1a1a"/>
              </a:solidFill>
              <a:latin typeface="Arial"/>
            </a:endParaRPr>
          </a:p>
        </p:txBody>
      </p:sp>
      <p:sp>
        <p:nvSpPr>
          <p:cNvPr id="42" name="PlaceHolder 5"/>
          <p:cNvSpPr>
            <a:spLocks noGrp="1"/>
          </p:cNvSpPr>
          <p:nvPr>
            <p:ph type="body"/>
          </p:nvPr>
        </p:nvSpPr>
        <p:spPr>
          <a:xfrm>
            <a:off x="457200" y="2761920"/>
            <a:ext cx="2649600" cy="1422720"/>
          </a:xfrm>
          <a:prstGeom prst="rect">
            <a:avLst/>
          </a:prstGeom>
        </p:spPr>
        <p:txBody>
          <a:bodyPr lIns="0" rIns="0" tIns="0" bIns="0">
            <a:normAutofit/>
          </a:bodyPr>
          <a:p>
            <a:endParaRPr b="0" lang="de-DE" sz="3200" spc="-1" strike="noStrike">
              <a:solidFill>
                <a:srgbClr val="1a1a1a"/>
              </a:solidFill>
              <a:latin typeface="Arial"/>
            </a:endParaRPr>
          </a:p>
        </p:txBody>
      </p:sp>
      <p:sp>
        <p:nvSpPr>
          <p:cNvPr id="43" name="PlaceHolder 6"/>
          <p:cNvSpPr>
            <a:spLocks noGrp="1"/>
          </p:cNvSpPr>
          <p:nvPr>
            <p:ph type="body"/>
          </p:nvPr>
        </p:nvSpPr>
        <p:spPr>
          <a:xfrm>
            <a:off x="3239640" y="2761920"/>
            <a:ext cx="2649600" cy="1422720"/>
          </a:xfrm>
          <a:prstGeom prst="rect">
            <a:avLst/>
          </a:prstGeom>
        </p:spPr>
        <p:txBody>
          <a:bodyPr lIns="0" rIns="0" tIns="0" bIns="0">
            <a:normAutofit/>
          </a:bodyPr>
          <a:p>
            <a:endParaRPr b="0" lang="de-DE" sz="3200" spc="-1" strike="noStrike">
              <a:solidFill>
                <a:srgbClr val="1a1a1a"/>
              </a:solidFill>
              <a:latin typeface="Arial"/>
            </a:endParaRPr>
          </a:p>
        </p:txBody>
      </p:sp>
      <p:sp>
        <p:nvSpPr>
          <p:cNvPr id="44" name="PlaceHolder 7"/>
          <p:cNvSpPr>
            <a:spLocks noGrp="1"/>
          </p:cNvSpPr>
          <p:nvPr>
            <p:ph type="body"/>
          </p:nvPr>
        </p:nvSpPr>
        <p:spPr>
          <a:xfrm>
            <a:off x="6022080" y="2761920"/>
            <a:ext cx="2649600" cy="1422720"/>
          </a:xfrm>
          <a:prstGeom prst="rect">
            <a:avLst/>
          </a:prstGeom>
        </p:spPr>
        <p:txBody>
          <a:bodyPr lIns="0" rIns="0" tIns="0" bIns="0">
            <a:normAutofit/>
          </a:bodyPr>
          <a:p>
            <a:endParaRPr b="0" lang="de-DE" sz="3200" spc="-1" strike="noStrike">
              <a:solidFill>
                <a:srgbClr val="1a1a1a"/>
              </a:solidFill>
              <a:latin typeface="Arial"/>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54" name="PlaceHolder 1"/>
          <p:cNvSpPr>
            <a:spLocks noGrp="1"/>
          </p:cNvSpPr>
          <p:nvPr>
            <p:ph type="title"/>
          </p:nvPr>
        </p:nvSpPr>
        <p:spPr>
          <a:xfrm>
            <a:off x="457200" y="658440"/>
            <a:ext cx="8229240" cy="548280"/>
          </a:xfrm>
          <a:prstGeom prst="rect">
            <a:avLst/>
          </a:prstGeom>
        </p:spPr>
        <p:txBody>
          <a:bodyPr lIns="0" rIns="0" tIns="0" bIns="0" anchor="ctr">
            <a:spAutoFit/>
          </a:bodyPr>
          <a:p>
            <a:endParaRPr b="0" lang="de-DE" sz="1800" spc="-1" strike="noStrike">
              <a:solidFill>
                <a:srgbClr val="1a1a1a"/>
              </a:solidFill>
              <a:latin typeface="Arial"/>
            </a:endParaRPr>
          </a:p>
        </p:txBody>
      </p:sp>
      <p:sp>
        <p:nvSpPr>
          <p:cNvPr id="55" name="PlaceHolder 2"/>
          <p:cNvSpPr>
            <a:spLocks noGrp="1"/>
          </p:cNvSpPr>
          <p:nvPr>
            <p:ph type="subTitle"/>
          </p:nvPr>
        </p:nvSpPr>
        <p:spPr>
          <a:xfrm>
            <a:off x="457200" y="1203480"/>
            <a:ext cx="8229240" cy="2982960"/>
          </a:xfrm>
          <a:prstGeom prst="rect">
            <a:avLst/>
          </a:prstGeom>
        </p:spPr>
        <p:txBody>
          <a:bodyPr lIns="0" rIns="0" tIns="0" bIns="0" anchor="ctr">
            <a:spAutoFit/>
          </a:bodyPr>
          <a:p>
            <a:pPr algn="ctr"/>
            <a:endParaRPr b="0" lang="de-DE" sz="3200" spc="-1" strike="noStrike">
              <a:latin typeface="Arial"/>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56" name="PlaceHolder 1"/>
          <p:cNvSpPr>
            <a:spLocks noGrp="1"/>
          </p:cNvSpPr>
          <p:nvPr>
            <p:ph type="title"/>
          </p:nvPr>
        </p:nvSpPr>
        <p:spPr>
          <a:xfrm>
            <a:off x="457200" y="658440"/>
            <a:ext cx="8229240" cy="548280"/>
          </a:xfrm>
          <a:prstGeom prst="rect">
            <a:avLst/>
          </a:prstGeom>
        </p:spPr>
        <p:txBody>
          <a:bodyPr lIns="0" rIns="0" tIns="0" bIns="0" anchor="ctr">
            <a:spAutoFit/>
          </a:bodyPr>
          <a:p>
            <a:endParaRPr b="0" lang="de-DE" sz="1800" spc="-1" strike="noStrike">
              <a:solidFill>
                <a:srgbClr val="1a1a1a"/>
              </a:solidFill>
              <a:latin typeface="Arial"/>
            </a:endParaRPr>
          </a:p>
        </p:txBody>
      </p:sp>
      <p:sp>
        <p:nvSpPr>
          <p:cNvPr id="57" name="PlaceHolder 2"/>
          <p:cNvSpPr>
            <a:spLocks noGrp="1"/>
          </p:cNvSpPr>
          <p:nvPr>
            <p:ph type="body"/>
          </p:nvPr>
        </p:nvSpPr>
        <p:spPr>
          <a:xfrm>
            <a:off x="457200" y="1203480"/>
            <a:ext cx="8229240" cy="2982960"/>
          </a:xfrm>
          <a:prstGeom prst="rect">
            <a:avLst/>
          </a:prstGeom>
        </p:spPr>
        <p:txBody>
          <a:bodyPr lIns="0" rIns="0" tIns="0" bIns="0">
            <a:normAutofit/>
          </a:bodyPr>
          <a:p>
            <a:endParaRPr b="0" lang="de-DE" sz="3200" spc="-1" strike="noStrike">
              <a:solidFill>
                <a:srgbClr val="1a1a1a"/>
              </a:solidFill>
              <a:latin typeface="Arial"/>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58" name="PlaceHolder 1"/>
          <p:cNvSpPr>
            <a:spLocks noGrp="1"/>
          </p:cNvSpPr>
          <p:nvPr>
            <p:ph type="title"/>
          </p:nvPr>
        </p:nvSpPr>
        <p:spPr>
          <a:xfrm>
            <a:off x="457200" y="658440"/>
            <a:ext cx="8229240" cy="548280"/>
          </a:xfrm>
          <a:prstGeom prst="rect">
            <a:avLst/>
          </a:prstGeom>
        </p:spPr>
        <p:txBody>
          <a:bodyPr lIns="0" rIns="0" tIns="0" bIns="0" anchor="ctr">
            <a:spAutoFit/>
          </a:bodyPr>
          <a:p>
            <a:endParaRPr b="0" lang="de-DE" sz="1800" spc="-1" strike="noStrike">
              <a:solidFill>
                <a:srgbClr val="1a1a1a"/>
              </a:solidFill>
              <a:latin typeface="Arial"/>
            </a:endParaRPr>
          </a:p>
        </p:txBody>
      </p:sp>
      <p:sp>
        <p:nvSpPr>
          <p:cNvPr id="59" name="PlaceHolder 2"/>
          <p:cNvSpPr>
            <a:spLocks noGrp="1"/>
          </p:cNvSpPr>
          <p:nvPr>
            <p:ph type="body"/>
          </p:nvPr>
        </p:nvSpPr>
        <p:spPr>
          <a:xfrm>
            <a:off x="457200" y="1203480"/>
            <a:ext cx="4015800" cy="2982960"/>
          </a:xfrm>
          <a:prstGeom prst="rect">
            <a:avLst/>
          </a:prstGeom>
        </p:spPr>
        <p:txBody>
          <a:bodyPr lIns="0" rIns="0" tIns="0" bIns="0">
            <a:normAutofit/>
          </a:bodyPr>
          <a:p>
            <a:endParaRPr b="0" lang="de-DE" sz="3200" spc="-1" strike="noStrike">
              <a:solidFill>
                <a:srgbClr val="1a1a1a"/>
              </a:solidFill>
              <a:latin typeface="Arial"/>
            </a:endParaRPr>
          </a:p>
        </p:txBody>
      </p:sp>
      <p:sp>
        <p:nvSpPr>
          <p:cNvPr id="60" name="PlaceHolder 3"/>
          <p:cNvSpPr>
            <a:spLocks noGrp="1"/>
          </p:cNvSpPr>
          <p:nvPr>
            <p:ph type="body"/>
          </p:nvPr>
        </p:nvSpPr>
        <p:spPr>
          <a:xfrm>
            <a:off x="4674240" y="1203480"/>
            <a:ext cx="4015800" cy="2982960"/>
          </a:xfrm>
          <a:prstGeom prst="rect">
            <a:avLst/>
          </a:prstGeom>
        </p:spPr>
        <p:txBody>
          <a:bodyPr lIns="0" rIns="0" tIns="0" bIns="0">
            <a:normAutofit/>
          </a:bodyPr>
          <a:p>
            <a:endParaRPr b="0" lang="de-DE" sz="3200" spc="-1" strike="noStrike">
              <a:solidFill>
                <a:srgbClr val="1a1a1a"/>
              </a:solidFill>
              <a:latin typeface="Arial"/>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61" name="PlaceHolder 1"/>
          <p:cNvSpPr>
            <a:spLocks noGrp="1"/>
          </p:cNvSpPr>
          <p:nvPr>
            <p:ph type="title"/>
          </p:nvPr>
        </p:nvSpPr>
        <p:spPr>
          <a:xfrm>
            <a:off x="457200" y="658440"/>
            <a:ext cx="8229240" cy="548280"/>
          </a:xfrm>
          <a:prstGeom prst="rect">
            <a:avLst/>
          </a:prstGeom>
        </p:spPr>
        <p:txBody>
          <a:bodyPr lIns="0" rIns="0" tIns="0" bIns="0" anchor="ctr">
            <a:spAutoFit/>
          </a:bodyPr>
          <a:p>
            <a:endParaRPr b="0" lang="de-DE" sz="1800" spc="-1" strike="noStrike">
              <a:solidFill>
                <a:srgbClr val="1a1a1a"/>
              </a:solidFill>
              <a:latin typeface="Arial"/>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62" name="PlaceHolder 1"/>
          <p:cNvSpPr>
            <a:spLocks noGrp="1"/>
          </p:cNvSpPr>
          <p:nvPr>
            <p:ph type="subTitle"/>
          </p:nvPr>
        </p:nvSpPr>
        <p:spPr>
          <a:xfrm>
            <a:off x="457200" y="658440"/>
            <a:ext cx="8229240" cy="2542680"/>
          </a:xfrm>
          <a:prstGeom prst="rect">
            <a:avLst/>
          </a:prstGeom>
        </p:spPr>
        <p:txBody>
          <a:bodyPr lIns="0" rIns="0" tIns="0" bIns="0" anchor="ctr">
            <a:spAutoFit/>
          </a:bodyPr>
          <a:p>
            <a:pPr algn="ctr"/>
            <a:endParaRPr b="0" lang="de-DE" sz="3200" spc="-1" strike="noStrike">
              <a:latin typeface="Arial"/>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63" name="PlaceHolder 1"/>
          <p:cNvSpPr>
            <a:spLocks noGrp="1"/>
          </p:cNvSpPr>
          <p:nvPr>
            <p:ph type="title"/>
          </p:nvPr>
        </p:nvSpPr>
        <p:spPr>
          <a:xfrm>
            <a:off x="457200" y="658440"/>
            <a:ext cx="8229240" cy="548280"/>
          </a:xfrm>
          <a:prstGeom prst="rect">
            <a:avLst/>
          </a:prstGeom>
        </p:spPr>
        <p:txBody>
          <a:bodyPr lIns="0" rIns="0" tIns="0" bIns="0" anchor="ctr">
            <a:spAutoFit/>
          </a:bodyPr>
          <a:p>
            <a:endParaRPr b="0" lang="de-DE" sz="1800" spc="-1" strike="noStrike">
              <a:solidFill>
                <a:srgbClr val="1a1a1a"/>
              </a:solidFill>
              <a:latin typeface="Arial"/>
            </a:endParaRPr>
          </a:p>
        </p:txBody>
      </p:sp>
      <p:sp>
        <p:nvSpPr>
          <p:cNvPr id="64" name="PlaceHolder 2"/>
          <p:cNvSpPr>
            <a:spLocks noGrp="1"/>
          </p:cNvSpPr>
          <p:nvPr>
            <p:ph type="body"/>
          </p:nvPr>
        </p:nvSpPr>
        <p:spPr>
          <a:xfrm>
            <a:off x="457200" y="1203480"/>
            <a:ext cx="4015800" cy="1422720"/>
          </a:xfrm>
          <a:prstGeom prst="rect">
            <a:avLst/>
          </a:prstGeom>
        </p:spPr>
        <p:txBody>
          <a:bodyPr lIns="0" rIns="0" tIns="0" bIns="0">
            <a:normAutofit/>
          </a:bodyPr>
          <a:p>
            <a:endParaRPr b="0" lang="de-DE" sz="3200" spc="-1" strike="noStrike">
              <a:solidFill>
                <a:srgbClr val="1a1a1a"/>
              </a:solidFill>
              <a:latin typeface="Arial"/>
            </a:endParaRPr>
          </a:p>
        </p:txBody>
      </p:sp>
      <p:sp>
        <p:nvSpPr>
          <p:cNvPr id="65" name="PlaceHolder 3"/>
          <p:cNvSpPr>
            <a:spLocks noGrp="1"/>
          </p:cNvSpPr>
          <p:nvPr>
            <p:ph type="body"/>
          </p:nvPr>
        </p:nvSpPr>
        <p:spPr>
          <a:xfrm>
            <a:off x="4674240" y="1203480"/>
            <a:ext cx="4015800" cy="2982960"/>
          </a:xfrm>
          <a:prstGeom prst="rect">
            <a:avLst/>
          </a:prstGeom>
        </p:spPr>
        <p:txBody>
          <a:bodyPr lIns="0" rIns="0" tIns="0" bIns="0">
            <a:normAutofit/>
          </a:bodyPr>
          <a:p>
            <a:endParaRPr b="0" lang="de-DE" sz="3200" spc="-1" strike="noStrike">
              <a:solidFill>
                <a:srgbClr val="1a1a1a"/>
              </a:solidFill>
              <a:latin typeface="Arial"/>
            </a:endParaRPr>
          </a:p>
        </p:txBody>
      </p:sp>
      <p:sp>
        <p:nvSpPr>
          <p:cNvPr id="66" name="PlaceHolder 4"/>
          <p:cNvSpPr>
            <a:spLocks noGrp="1"/>
          </p:cNvSpPr>
          <p:nvPr>
            <p:ph type="body"/>
          </p:nvPr>
        </p:nvSpPr>
        <p:spPr>
          <a:xfrm>
            <a:off x="457200" y="2761920"/>
            <a:ext cx="4015800" cy="1422720"/>
          </a:xfrm>
          <a:prstGeom prst="rect">
            <a:avLst/>
          </a:prstGeom>
        </p:spPr>
        <p:txBody>
          <a:bodyPr lIns="0" rIns="0" tIns="0" bIns="0">
            <a:normAutofit/>
          </a:bodyPr>
          <a:p>
            <a:endParaRPr b="0" lang="de-DE" sz="3200" spc="-1" strike="noStrike">
              <a:solidFill>
                <a:srgbClr val="1a1a1a"/>
              </a:solidFill>
              <a:latin typeface="Arial"/>
            </a:endParaRP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67" name="PlaceHolder 1"/>
          <p:cNvSpPr>
            <a:spLocks noGrp="1"/>
          </p:cNvSpPr>
          <p:nvPr>
            <p:ph type="title"/>
          </p:nvPr>
        </p:nvSpPr>
        <p:spPr>
          <a:xfrm>
            <a:off x="457200" y="658440"/>
            <a:ext cx="8229240" cy="548280"/>
          </a:xfrm>
          <a:prstGeom prst="rect">
            <a:avLst/>
          </a:prstGeom>
        </p:spPr>
        <p:txBody>
          <a:bodyPr lIns="0" rIns="0" tIns="0" bIns="0" anchor="ctr">
            <a:spAutoFit/>
          </a:bodyPr>
          <a:p>
            <a:endParaRPr b="0" lang="de-DE" sz="1800" spc="-1" strike="noStrike">
              <a:solidFill>
                <a:srgbClr val="1a1a1a"/>
              </a:solidFill>
              <a:latin typeface="Arial"/>
            </a:endParaRPr>
          </a:p>
        </p:txBody>
      </p:sp>
      <p:sp>
        <p:nvSpPr>
          <p:cNvPr id="68" name="PlaceHolder 2"/>
          <p:cNvSpPr>
            <a:spLocks noGrp="1"/>
          </p:cNvSpPr>
          <p:nvPr>
            <p:ph type="body"/>
          </p:nvPr>
        </p:nvSpPr>
        <p:spPr>
          <a:xfrm>
            <a:off x="457200" y="1203480"/>
            <a:ext cx="4015800" cy="2982960"/>
          </a:xfrm>
          <a:prstGeom prst="rect">
            <a:avLst/>
          </a:prstGeom>
        </p:spPr>
        <p:txBody>
          <a:bodyPr lIns="0" rIns="0" tIns="0" bIns="0">
            <a:normAutofit/>
          </a:bodyPr>
          <a:p>
            <a:endParaRPr b="0" lang="de-DE" sz="3200" spc="-1" strike="noStrike">
              <a:solidFill>
                <a:srgbClr val="1a1a1a"/>
              </a:solidFill>
              <a:latin typeface="Arial"/>
            </a:endParaRPr>
          </a:p>
        </p:txBody>
      </p:sp>
      <p:sp>
        <p:nvSpPr>
          <p:cNvPr id="69" name="PlaceHolder 3"/>
          <p:cNvSpPr>
            <a:spLocks noGrp="1"/>
          </p:cNvSpPr>
          <p:nvPr>
            <p:ph type="body"/>
          </p:nvPr>
        </p:nvSpPr>
        <p:spPr>
          <a:xfrm>
            <a:off x="4674240" y="1203480"/>
            <a:ext cx="4015800" cy="1422720"/>
          </a:xfrm>
          <a:prstGeom prst="rect">
            <a:avLst/>
          </a:prstGeom>
        </p:spPr>
        <p:txBody>
          <a:bodyPr lIns="0" rIns="0" tIns="0" bIns="0">
            <a:normAutofit/>
          </a:bodyPr>
          <a:p>
            <a:endParaRPr b="0" lang="de-DE" sz="3200" spc="-1" strike="noStrike">
              <a:solidFill>
                <a:srgbClr val="1a1a1a"/>
              </a:solidFill>
              <a:latin typeface="Arial"/>
            </a:endParaRPr>
          </a:p>
        </p:txBody>
      </p:sp>
      <p:sp>
        <p:nvSpPr>
          <p:cNvPr id="70" name="PlaceHolder 4"/>
          <p:cNvSpPr>
            <a:spLocks noGrp="1"/>
          </p:cNvSpPr>
          <p:nvPr>
            <p:ph type="body"/>
          </p:nvPr>
        </p:nvSpPr>
        <p:spPr>
          <a:xfrm>
            <a:off x="4674240" y="2761920"/>
            <a:ext cx="4015800" cy="1422720"/>
          </a:xfrm>
          <a:prstGeom prst="rect">
            <a:avLst/>
          </a:prstGeom>
        </p:spPr>
        <p:txBody>
          <a:bodyPr lIns="0" rIns="0" tIns="0" bIns="0">
            <a:normAutofit/>
          </a:bodyPr>
          <a:p>
            <a:endParaRPr b="0" lang="de-DE" sz="3200" spc="-1" strike="noStrike">
              <a:solidFill>
                <a:srgbClr val="1a1a1a"/>
              </a:solidFill>
              <a:latin typeface="Arial"/>
            </a:endParaRP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71" name="PlaceHolder 1"/>
          <p:cNvSpPr>
            <a:spLocks noGrp="1"/>
          </p:cNvSpPr>
          <p:nvPr>
            <p:ph type="title"/>
          </p:nvPr>
        </p:nvSpPr>
        <p:spPr>
          <a:xfrm>
            <a:off x="457200" y="658440"/>
            <a:ext cx="8229240" cy="548280"/>
          </a:xfrm>
          <a:prstGeom prst="rect">
            <a:avLst/>
          </a:prstGeom>
        </p:spPr>
        <p:txBody>
          <a:bodyPr lIns="0" rIns="0" tIns="0" bIns="0" anchor="ctr">
            <a:spAutoFit/>
          </a:bodyPr>
          <a:p>
            <a:endParaRPr b="0" lang="de-DE" sz="1800" spc="-1" strike="noStrike">
              <a:solidFill>
                <a:srgbClr val="1a1a1a"/>
              </a:solidFill>
              <a:latin typeface="Arial"/>
            </a:endParaRPr>
          </a:p>
        </p:txBody>
      </p:sp>
      <p:sp>
        <p:nvSpPr>
          <p:cNvPr id="72" name="PlaceHolder 2"/>
          <p:cNvSpPr>
            <a:spLocks noGrp="1"/>
          </p:cNvSpPr>
          <p:nvPr>
            <p:ph type="body"/>
          </p:nvPr>
        </p:nvSpPr>
        <p:spPr>
          <a:xfrm>
            <a:off x="457200" y="1203480"/>
            <a:ext cx="4015800" cy="1422720"/>
          </a:xfrm>
          <a:prstGeom prst="rect">
            <a:avLst/>
          </a:prstGeom>
        </p:spPr>
        <p:txBody>
          <a:bodyPr lIns="0" rIns="0" tIns="0" bIns="0">
            <a:normAutofit/>
          </a:bodyPr>
          <a:p>
            <a:endParaRPr b="0" lang="de-DE" sz="3200" spc="-1" strike="noStrike">
              <a:solidFill>
                <a:srgbClr val="1a1a1a"/>
              </a:solidFill>
              <a:latin typeface="Arial"/>
            </a:endParaRPr>
          </a:p>
        </p:txBody>
      </p:sp>
      <p:sp>
        <p:nvSpPr>
          <p:cNvPr id="73" name="PlaceHolder 3"/>
          <p:cNvSpPr>
            <a:spLocks noGrp="1"/>
          </p:cNvSpPr>
          <p:nvPr>
            <p:ph type="body"/>
          </p:nvPr>
        </p:nvSpPr>
        <p:spPr>
          <a:xfrm>
            <a:off x="4674240" y="1203480"/>
            <a:ext cx="4015800" cy="1422720"/>
          </a:xfrm>
          <a:prstGeom prst="rect">
            <a:avLst/>
          </a:prstGeom>
        </p:spPr>
        <p:txBody>
          <a:bodyPr lIns="0" rIns="0" tIns="0" bIns="0">
            <a:normAutofit/>
          </a:bodyPr>
          <a:p>
            <a:endParaRPr b="0" lang="de-DE" sz="3200" spc="-1" strike="noStrike">
              <a:solidFill>
                <a:srgbClr val="1a1a1a"/>
              </a:solidFill>
              <a:latin typeface="Arial"/>
            </a:endParaRPr>
          </a:p>
        </p:txBody>
      </p:sp>
      <p:sp>
        <p:nvSpPr>
          <p:cNvPr id="74" name="PlaceHolder 4"/>
          <p:cNvSpPr>
            <a:spLocks noGrp="1"/>
          </p:cNvSpPr>
          <p:nvPr>
            <p:ph type="body"/>
          </p:nvPr>
        </p:nvSpPr>
        <p:spPr>
          <a:xfrm>
            <a:off x="457200" y="2761920"/>
            <a:ext cx="8229240" cy="1422720"/>
          </a:xfrm>
          <a:prstGeom prst="rect">
            <a:avLst/>
          </a:prstGeom>
        </p:spPr>
        <p:txBody>
          <a:bodyPr lIns="0" rIns="0" tIns="0" bIns="0">
            <a:normAutofit/>
          </a:bodyPr>
          <a:p>
            <a:endParaRPr b="0" lang="de-DE" sz="3200" spc="-1" strike="noStrike">
              <a:solidFill>
                <a:srgbClr val="1a1a1a"/>
              </a:solidFill>
              <a:latin typeface="Arial"/>
            </a:endParaRP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75" name="PlaceHolder 1"/>
          <p:cNvSpPr>
            <a:spLocks noGrp="1"/>
          </p:cNvSpPr>
          <p:nvPr>
            <p:ph type="title"/>
          </p:nvPr>
        </p:nvSpPr>
        <p:spPr>
          <a:xfrm>
            <a:off x="457200" y="658440"/>
            <a:ext cx="8229240" cy="548280"/>
          </a:xfrm>
          <a:prstGeom prst="rect">
            <a:avLst/>
          </a:prstGeom>
        </p:spPr>
        <p:txBody>
          <a:bodyPr lIns="0" rIns="0" tIns="0" bIns="0" anchor="ctr">
            <a:spAutoFit/>
          </a:bodyPr>
          <a:p>
            <a:endParaRPr b="0" lang="de-DE" sz="1800" spc="-1" strike="noStrike">
              <a:solidFill>
                <a:srgbClr val="1a1a1a"/>
              </a:solidFill>
              <a:latin typeface="Arial"/>
            </a:endParaRPr>
          </a:p>
        </p:txBody>
      </p:sp>
      <p:sp>
        <p:nvSpPr>
          <p:cNvPr id="76" name="PlaceHolder 2"/>
          <p:cNvSpPr>
            <a:spLocks noGrp="1"/>
          </p:cNvSpPr>
          <p:nvPr>
            <p:ph type="body"/>
          </p:nvPr>
        </p:nvSpPr>
        <p:spPr>
          <a:xfrm>
            <a:off x="457200" y="1203480"/>
            <a:ext cx="8229240" cy="1422720"/>
          </a:xfrm>
          <a:prstGeom prst="rect">
            <a:avLst/>
          </a:prstGeom>
        </p:spPr>
        <p:txBody>
          <a:bodyPr lIns="0" rIns="0" tIns="0" bIns="0">
            <a:normAutofit/>
          </a:bodyPr>
          <a:p>
            <a:endParaRPr b="0" lang="de-DE" sz="3200" spc="-1" strike="noStrike">
              <a:solidFill>
                <a:srgbClr val="1a1a1a"/>
              </a:solidFill>
              <a:latin typeface="Arial"/>
            </a:endParaRPr>
          </a:p>
        </p:txBody>
      </p:sp>
      <p:sp>
        <p:nvSpPr>
          <p:cNvPr id="77" name="PlaceHolder 3"/>
          <p:cNvSpPr>
            <a:spLocks noGrp="1"/>
          </p:cNvSpPr>
          <p:nvPr>
            <p:ph type="body"/>
          </p:nvPr>
        </p:nvSpPr>
        <p:spPr>
          <a:xfrm>
            <a:off x="457200" y="2761920"/>
            <a:ext cx="8229240" cy="1422720"/>
          </a:xfrm>
          <a:prstGeom prst="rect">
            <a:avLst/>
          </a:prstGeom>
        </p:spPr>
        <p:txBody>
          <a:bodyPr lIns="0" rIns="0" tIns="0" bIns="0">
            <a:normAutofit/>
          </a:bodyPr>
          <a:p>
            <a:endParaRPr b="0" lang="de-DE" sz="3200" spc="-1" strike="noStrike">
              <a:solidFill>
                <a:srgbClr val="1a1a1a"/>
              </a:solidFill>
              <a:latin typeface="Arial"/>
            </a:endParaRP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78" name="PlaceHolder 1"/>
          <p:cNvSpPr>
            <a:spLocks noGrp="1"/>
          </p:cNvSpPr>
          <p:nvPr>
            <p:ph type="title"/>
          </p:nvPr>
        </p:nvSpPr>
        <p:spPr>
          <a:xfrm>
            <a:off x="457200" y="658440"/>
            <a:ext cx="8229240" cy="548280"/>
          </a:xfrm>
          <a:prstGeom prst="rect">
            <a:avLst/>
          </a:prstGeom>
        </p:spPr>
        <p:txBody>
          <a:bodyPr lIns="0" rIns="0" tIns="0" bIns="0" anchor="ctr">
            <a:spAutoFit/>
          </a:bodyPr>
          <a:p>
            <a:endParaRPr b="0" lang="de-DE" sz="1800" spc="-1" strike="noStrike">
              <a:solidFill>
                <a:srgbClr val="1a1a1a"/>
              </a:solidFill>
              <a:latin typeface="Arial"/>
            </a:endParaRPr>
          </a:p>
        </p:txBody>
      </p:sp>
      <p:sp>
        <p:nvSpPr>
          <p:cNvPr id="79" name="PlaceHolder 2"/>
          <p:cNvSpPr>
            <a:spLocks noGrp="1"/>
          </p:cNvSpPr>
          <p:nvPr>
            <p:ph type="body"/>
          </p:nvPr>
        </p:nvSpPr>
        <p:spPr>
          <a:xfrm>
            <a:off x="457200" y="1203480"/>
            <a:ext cx="4015800" cy="1422720"/>
          </a:xfrm>
          <a:prstGeom prst="rect">
            <a:avLst/>
          </a:prstGeom>
        </p:spPr>
        <p:txBody>
          <a:bodyPr lIns="0" rIns="0" tIns="0" bIns="0">
            <a:normAutofit/>
          </a:bodyPr>
          <a:p>
            <a:endParaRPr b="0" lang="de-DE" sz="3200" spc="-1" strike="noStrike">
              <a:solidFill>
                <a:srgbClr val="1a1a1a"/>
              </a:solidFill>
              <a:latin typeface="Arial"/>
            </a:endParaRPr>
          </a:p>
        </p:txBody>
      </p:sp>
      <p:sp>
        <p:nvSpPr>
          <p:cNvPr id="80" name="PlaceHolder 3"/>
          <p:cNvSpPr>
            <a:spLocks noGrp="1"/>
          </p:cNvSpPr>
          <p:nvPr>
            <p:ph type="body"/>
          </p:nvPr>
        </p:nvSpPr>
        <p:spPr>
          <a:xfrm>
            <a:off x="4674240" y="1203480"/>
            <a:ext cx="4015800" cy="1422720"/>
          </a:xfrm>
          <a:prstGeom prst="rect">
            <a:avLst/>
          </a:prstGeom>
        </p:spPr>
        <p:txBody>
          <a:bodyPr lIns="0" rIns="0" tIns="0" bIns="0">
            <a:normAutofit/>
          </a:bodyPr>
          <a:p>
            <a:endParaRPr b="0" lang="de-DE" sz="3200" spc="-1" strike="noStrike">
              <a:solidFill>
                <a:srgbClr val="1a1a1a"/>
              </a:solidFill>
              <a:latin typeface="Arial"/>
            </a:endParaRPr>
          </a:p>
        </p:txBody>
      </p:sp>
      <p:sp>
        <p:nvSpPr>
          <p:cNvPr id="81" name="PlaceHolder 4"/>
          <p:cNvSpPr>
            <a:spLocks noGrp="1"/>
          </p:cNvSpPr>
          <p:nvPr>
            <p:ph type="body"/>
          </p:nvPr>
        </p:nvSpPr>
        <p:spPr>
          <a:xfrm>
            <a:off x="457200" y="2761920"/>
            <a:ext cx="4015800" cy="1422720"/>
          </a:xfrm>
          <a:prstGeom prst="rect">
            <a:avLst/>
          </a:prstGeom>
        </p:spPr>
        <p:txBody>
          <a:bodyPr lIns="0" rIns="0" tIns="0" bIns="0">
            <a:normAutofit/>
          </a:bodyPr>
          <a:p>
            <a:endParaRPr b="0" lang="de-DE" sz="3200" spc="-1" strike="noStrike">
              <a:solidFill>
                <a:srgbClr val="1a1a1a"/>
              </a:solidFill>
              <a:latin typeface="Arial"/>
            </a:endParaRPr>
          </a:p>
        </p:txBody>
      </p:sp>
      <p:sp>
        <p:nvSpPr>
          <p:cNvPr id="82" name="PlaceHolder 5"/>
          <p:cNvSpPr>
            <a:spLocks noGrp="1"/>
          </p:cNvSpPr>
          <p:nvPr>
            <p:ph type="body"/>
          </p:nvPr>
        </p:nvSpPr>
        <p:spPr>
          <a:xfrm>
            <a:off x="4674240" y="2761920"/>
            <a:ext cx="4015800" cy="1422720"/>
          </a:xfrm>
          <a:prstGeom prst="rect">
            <a:avLst/>
          </a:prstGeom>
        </p:spPr>
        <p:txBody>
          <a:bodyPr lIns="0" rIns="0" tIns="0" bIns="0">
            <a:normAutofit/>
          </a:bodyPr>
          <a:p>
            <a:endParaRPr b="0" lang="de-DE" sz="3200" spc="-1" strike="noStrike">
              <a:solidFill>
                <a:srgbClr val="1a1a1a"/>
              </a:solidFill>
              <a:latin typeface="Arial"/>
            </a:endParaRP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83" name="PlaceHolder 1"/>
          <p:cNvSpPr>
            <a:spLocks noGrp="1"/>
          </p:cNvSpPr>
          <p:nvPr>
            <p:ph type="title"/>
          </p:nvPr>
        </p:nvSpPr>
        <p:spPr>
          <a:xfrm>
            <a:off x="457200" y="658440"/>
            <a:ext cx="8229240" cy="548280"/>
          </a:xfrm>
          <a:prstGeom prst="rect">
            <a:avLst/>
          </a:prstGeom>
        </p:spPr>
        <p:txBody>
          <a:bodyPr lIns="0" rIns="0" tIns="0" bIns="0" anchor="ctr">
            <a:spAutoFit/>
          </a:bodyPr>
          <a:p>
            <a:endParaRPr b="0" lang="de-DE" sz="1800" spc="-1" strike="noStrike">
              <a:solidFill>
                <a:srgbClr val="1a1a1a"/>
              </a:solidFill>
              <a:latin typeface="Arial"/>
            </a:endParaRPr>
          </a:p>
        </p:txBody>
      </p:sp>
      <p:sp>
        <p:nvSpPr>
          <p:cNvPr id="84" name="PlaceHolder 2"/>
          <p:cNvSpPr>
            <a:spLocks noGrp="1"/>
          </p:cNvSpPr>
          <p:nvPr>
            <p:ph type="body"/>
          </p:nvPr>
        </p:nvSpPr>
        <p:spPr>
          <a:xfrm>
            <a:off x="457200" y="1203480"/>
            <a:ext cx="2649600" cy="1422720"/>
          </a:xfrm>
          <a:prstGeom prst="rect">
            <a:avLst/>
          </a:prstGeom>
        </p:spPr>
        <p:txBody>
          <a:bodyPr lIns="0" rIns="0" tIns="0" bIns="0">
            <a:normAutofit/>
          </a:bodyPr>
          <a:p>
            <a:endParaRPr b="0" lang="de-DE" sz="3200" spc="-1" strike="noStrike">
              <a:solidFill>
                <a:srgbClr val="1a1a1a"/>
              </a:solidFill>
              <a:latin typeface="Arial"/>
            </a:endParaRPr>
          </a:p>
        </p:txBody>
      </p:sp>
      <p:sp>
        <p:nvSpPr>
          <p:cNvPr id="85" name="PlaceHolder 3"/>
          <p:cNvSpPr>
            <a:spLocks noGrp="1"/>
          </p:cNvSpPr>
          <p:nvPr>
            <p:ph type="body"/>
          </p:nvPr>
        </p:nvSpPr>
        <p:spPr>
          <a:xfrm>
            <a:off x="3239640" y="1203480"/>
            <a:ext cx="2649600" cy="1422720"/>
          </a:xfrm>
          <a:prstGeom prst="rect">
            <a:avLst/>
          </a:prstGeom>
        </p:spPr>
        <p:txBody>
          <a:bodyPr lIns="0" rIns="0" tIns="0" bIns="0">
            <a:normAutofit/>
          </a:bodyPr>
          <a:p>
            <a:endParaRPr b="0" lang="de-DE" sz="3200" spc="-1" strike="noStrike">
              <a:solidFill>
                <a:srgbClr val="1a1a1a"/>
              </a:solidFill>
              <a:latin typeface="Arial"/>
            </a:endParaRPr>
          </a:p>
        </p:txBody>
      </p:sp>
      <p:sp>
        <p:nvSpPr>
          <p:cNvPr id="86" name="PlaceHolder 4"/>
          <p:cNvSpPr>
            <a:spLocks noGrp="1"/>
          </p:cNvSpPr>
          <p:nvPr>
            <p:ph type="body"/>
          </p:nvPr>
        </p:nvSpPr>
        <p:spPr>
          <a:xfrm>
            <a:off x="6022080" y="1203480"/>
            <a:ext cx="2649600" cy="1422720"/>
          </a:xfrm>
          <a:prstGeom prst="rect">
            <a:avLst/>
          </a:prstGeom>
        </p:spPr>
        <p:txBody>
          <a:bodyPr lIns="0" rIns="0" tIns="0" bIns="0">
            <a:normAutofit/>
          </a:bodyPr>
          <a:p>
            <a:endParaRPr b="0" lang="de-DE" sz="3200" spc="-1" strike="noStrike">
              <a:solidFill>
                <a:srgbClr val="1a1a1a"/>
              </a:solidFill>
              <a:latin typeface="Arial"/>
            </a:endParaRPr>
          </a:p>
        </p:txBody>
      </p:sp>
      <p:sp>
        <p:nvSpPr>
          <p:cNvPr id="87" name="PlaceHolder 5"/>
          <p:cNvSpPr>
            <a:spLocks noGrp="1"/>
          </p:cNvSpPr>
          <p:nvPr>
            <p:ph type="body"/>
          </p:nvPr>
        </p:nvSpPr>
        <p:spPr>
          <a:xfrm>
            <a:off x="457200" y="2761920"/>
            <a:ext cx="2649600" cy="1422720"/>
          </a:xfrm>
          <a:prstGeom prst="rect">
            <a:avLst/>
          </a:prstGeom>
        </p:spPr>
        <p:txBody>
          <a:bodyPr lIns="0" rIns="0" tIns="0" bIns="0">
            <a:normAutofit/>
          </a:bodyPr>
          <a:p>
            <a:endParaRPr b="0" lang="de-DE" sz="3200" spc="-1" strike="noStrike">
              <a:solidFill>
                <a:srgbClr val="1a1a1a"/>
              </a:solidFill>
              <a:latin typeface="Arial"/>
            </a:endParaRPr>
          </a:p>
        </p:txBody>
      </p:sp>
      <p:sp>
        <p:nvSpPr>
          <p:cNvPr id="88" name="PlaceHolder 6"/>
          <p:cNvSpPr>
            <a:spLocks noGrp="1"/>
          </p:cNvSpPr>
          <p:nvPr>
            <p:ph type="body"/>
          </p:nvPr>
        </p:nvSpPr>
        <p:spPr>
          <a:xfrm>
            <a:off x="3239640" y="2761920"/>
            <a:ext cx="2649600" cy="1422720"/>
          </a:xfrm>
          <a:prstGeom prst="rect">
            <a:avLst/>
          </a:prstGeom>
        </p:spPr>
        <p:txBody>
          <a:bodyPr lIns="0" rIns="0" tIns="0" bIns="0">
            <a:normAutofit/>
          </a:bodyPr>
          <a:p>
            <a:endParaRPr b="0" lang="de-DE" sz="3200" spc="-1" strike="noStrike">
              <a:solidFill>
                <a:srgbClr val="1a1a1a"/>
              </a:solidFill>
              <a:latin typeface="Arial"/>
            </a:endParaRPr>
          </a:p>
        </p:txBody>
      </p:sp>
      <p:sp>
        <p:nvSpPr>
          <p:cNvPr id="89" name="PlaceHolder 7"/>
          <p:cNvSpPr>
            <a:spLocks noGrp="1"/>
          </p:cNvSpPr>
          <p:nvPr>
            <p:ph type="body"/>
          </p:nvPr>
        </p:nvSpPr>
        <p:spPr>
          <a:xfrm>
            <a:off x="6022080" y="2761920"/>
            <a:ext cx="2649600" cy="1422720"/>
          </a:xfrm>
          <a:prstGeom prst="rect">
            <a:avLst/>
          </a:prstGeom>
        </p:spPr>
        <p:txBody>
          <a:bodyPr lIns="0" rIns="0" tIns="0" bIns="0">
            <a:normAutofit/>
          </a:bodyPr>
          <a:p>
            <a:endParaRPr b="0" lang="de-DE" sz="3200" spc="-1" strike="noStrike">
              <a:solidFill>
                <a:srgbClr val="1a1a1a"/>
              </a:solidFill>
              <a:latin typeface="Arial"/>
            </a:endParaRPr>
          </a:p>
        </p:txBody>
      </p:sp>
    </p:spTree>
  </p:cSld>
</p:sldLayout>
</file>

<file path=ppt/slideMasters/_rels/slideMaster1.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pn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 Id="rId9" Type="http://schemas.openxmlformats.org/officeDocument/2006/relationships/slideLayout" Target="../slideLayouts/slideLayout7.xml"/><Relationship Id="rId10" Type="http://schemas.openxmlformats.org/officeDocument/2006/relationships/slideLayout" Target="../slideLayouts/slideLayout8.xml"/><Relationship Id="rId11" Type="http://schemas.openxmlformats.org/officeDocument/2006/relationships/slideLayout" Target="../slideLayouts/slideLayout9.xml"/><Relationship Id="rId12" Type="http://schemas.openxmlformats.org/officeDocument/2006/relationships/slideLayout" Target="../slideLayouts/slideLayout10.xml"/><Relationship Id="rId13" Type="http://schemas.openxmlformats.org/officeDocument/2006/relationships/slideLayout" Target="../slideLayouts/slideLayout11.xml"/><Relationship Id="rId14" Type="http://schemas.openxmlformats.org/officeDocument/2006/relationships/slideLayout" Target="../slideLayouts/slideLayout12.xml"/></Relationships>
</file>

<file path=ppt/slideMasters/_rels/slideMaster2.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2.png"/><Relationship Id="rId3" Type="http://schemas.openxmlformats.org/officeDocument/2006/relationships/slideLayout" Target="../slideLayouts/slideLayout13.xml"/><Relationship Id="rId4" Type="http://schemas.openxmlformats.org/officeDocument/2006/relationships/slideLayout" Target="../slideLayouts/slideLayout14.xml"/><Relationship Id="rId5" Type="http://schemas.openxmlformats.org/officeDocument/2006/relationships/slideLayout" Target="../slideLayouts/slideLayout15.xml"/><Relationship Id="rId6" Type="http://schemas.openxmlformats.org/officeDocument/2006/relationships/slideLayout" Target="../slideLayouts/slideLayout16.xml"/><Relationship Id="rId7" Type="http://schemas.openxmlformats.org/officeDocument/2006/relationships/slideLayout" Target="../slideLayouts/slideLayout17.xml"/><Relationship Id="rId8" Type="http://schemas.openxmlformats.org/officeDocument/2006/relationships/slideLayout" Target="../slideLayouts/slideLayout18.xml"/><Relationship Id="rId9" Type="http://schemas.openxmlformats.org/officeDocument/2006/relationships/slideLayout" Target="../slideLayouts/slideLayout19.xml"/><Relationship Id="rId10" Type="http://schemas.openxmlformats.org/officeDocument/2006/relationships/slideLayout" Target="../slideLayouts/slideLayout20.xml"/><Relationship Id="rId11" Type="http://schemas.openxmlformats.org/officeDocument/2006/relationships/slideLayout" Target="../slideLayouts/slideLayout21.xml"/><Relationship Id="rId12" Type="http://schemas.openxmlformats.org/officeDocument/2006/relationships/slideLayout" Target="../slideLayouts/slideLayout22.xml"/><Relationship Id="rId13" Type="http://schemas.openxmlformats.org/officeDocument/2006/relationships/slideLayout" Target="../slideLayouts/slideLayout23.xml"/><Relationship Id="rId14" Type="http://schemas.openxmlformats.org/officeDocument/2006/relationships/slideLayout" Target="../slideLayouts/slideLayout24.xml"/></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CustomShape 1"/>
          <p:cNvSpPr/>
          <p:nvPr/>
        </p:nvSpPr>
        <p:spPr>
          <a:xfrm>
            <a:off x="0" y="0"/>
            <a:ext cx="9143640" cy="868320"/>
          </a:xfrm>
          <a:prstGeom prst="rect">
            <a:avLst/>
          </a:prstGeom>
          <a:solidFill>
            <a:srgbClr val="000000"/>
          </a:solidFill>
          <a:ln w="12600">
            <a:solidFill>
              <a:srgbClr val="000000"/>
            </a:solidFill>
            <a:round/>
          </a:ln>
        </p:spPr>
        <p:style>
          <a:lnRef idx="0"/>
          <a:fillRef idx="0"/>
          <a:effectRef idx="0"/>
          <a:fontRef idx="minor"/>
        </p:style>
      </p:sp>
      <p:pic>
        <p:nvPicPr>
          <p:cNvPr id="1" name="Image 0" descr=""/>
          <p:cNvPicPr/>
          <p:nvPr/>
        </p:nvPicPr>
        <p:blipFill>
          <a:blip r:embed="rId2"/>
          <a:stretch/>
        </p:blipFill>
        <p:spPr>
          <a:xfrm>
            <a:off x="320040" y="182880"/>
            <a:ext cx="3840120" cy="498960"/>
          </a:xfrm>
          <a:prstGeom prst="rect">
            <a:avLst/>
          </a:prstGeom>
          <a:ln>
            <a:noFill/>
          </a:ln>
        </p:spPr>
      </p:pic>
      <p:sp>
        <p:nvSpPr>
          <p:cNvPr id="2" name="PlaceHolder 2"/>
          <p:cNvSpPr>
            <a:spLocks noGrp="1"/>
          </p:cNvSpPr>
          <p:nvPr>
            <p:ph type="body"/>
          </p:nvPr>
        </p:nvSpPr>
        <p:spPr>
          <a:xfrm>
            <a:off x="0" y="868680"/>
            <a:ext cx="9143640" cy="4000320"/>
          </a:xfrm>
          <a:prstGeom prst="rect">
            <a:avLst/>
          </a:prstGeom>
        </p:spPr>
        <p:txBody>
          <a:bodyPr lIns="90000" rIns="90000" tIns="45000" bIns="45000">
            <a:noAutofit/>
          </a:bodyPr>
          <a:p>
            <a:endParaRPr b="0" lang="de-DE" sz="3200" spc="-1" strike="noStrike">
              <a:solidFill>
                <a:srgbClr val="1a1a1a"/>
              </a:solidFill>
              <a:latin typeface="Arial"/>
            </a:endParaRPr>
          </a:p>
        </p:txBody>
      </p:sp>
      <p:sp>
        <p:nvSpPr>
          <p:cNvPr id="3" name="PlaceHolder 3"/>
          <p:cNvSpPr>
            <a:spLocks noGrp="1"/>
          </p:cNvSpPr>
          <p:nvPr>
            <p:ph type="title"/>
          </p:nvPr>
        </p:nvSpPr>
        <p:spPr>
          <a:xfrm>
            <a:off x="5760720" y="1828800"/>
            <a:ext cx="2971440" cy="1462680"/>
          </a:xfrm>
          <a:prstGeom prst="rect">
            <a:avLst/>
          </a:prstGeom>
        </p:spPr>
        <p:txBody>
          <a:bodyPr lIns="90000" rIns="90000" tIns="45000" bIns="45000">
            <a:noAutofit/>
          </a:bodyPr>
          <a:p>
            <a:pPr>
              <a:lnSpc>
                <a:spcPct val="100000"/>
              </a:lnSpc>
            </a:pPr>
            <a:r>
              <a:rPr b="1" lang="de-DE" sz="2600" spc="-1" strike="noStrike">
                <a:solidFill>
                  <a:srgbClr val="ffffff"/>
                </a:solidFill>
                <a:latin typeface="Arial"/>
              </a:rPr>
              <a:t>Titel</a:t>
            </a:r>
            <a:endParaRPr b="0" lang="de-DE" sz="2600" spc="-1" strike="noStrike">
              <a:solidFill>
                <a:srgbClr val="1a1a1a"/>
              </a:solidFill>
              <a:latin typeface="Arial"/>
            </a:endParaRPr>
          </a:p>
        </p:txBody>
      </p:sp>
      <p:sp>
        <p:nvSpPr>
          <p:cNvPr id="4" name="PlaceHolder 4"/>
          <p:cNvSpPr>
            <a:spLocks noGrp="1"/>
          </p:cNvSpPr>
          <p:nvPr>
            <p:ph type="body"/>
          </p:nvPr>
        </p:nvSpPr>
        <p:spPr>
          <a:xfrm>
            <a:off x="5760720" y="3383280"/>
            <a:ext cx="2971440" cy="502560"/>
          </a:xfrm>
          <a:prstGeom prst="rect">
            <a:avLst/>
          </a:prstGeom>
        </p:spPr>
        <p:txBody>
          <a:bodyPr lIns="90000" rIns="90000" tIns="45000" bIns="45000">
            <a:noAutofit/>
          </a:bodyPr>
          <a:p>
            <a:pPr>
              <a:lnSpc>
                <a:spcPct val="100000"/>
              </a:lnSpc>
              <a:spcBef>
                <a:spcPts val="360"/>
              </a:spcBef>
            </a:pPr>
            <a:r>
              <a:rPr b="1" lang="de-DE" sz="1800" spc="-1" strike="noStrike">
                <a:solidFill>
                  <a:srgbClr val="ffffff"/>
                </a:solidFill>
                <a:latin typeface="Arial"/>
              </a:rPr>
              <a:t>Untertitel</a:t>
            </a:r>
            <a:endParaRPr b="0" lang="de-DE" sz="1800" spc="-1" strike="noStrike">
              <a:solidFill>
                <a:srgbClr val="1a1a1a"/>
              </a:solidFill>
              <a:latin typeface="Arial"/>
            </a:endParaRPr>
          </a:p>
        </p:txBody>
      </p:sp>
      <p:sp>
        <p:nvSpPr>
          <p:cNvPr id="5" name="CustomShape 5"/>
          <p:cNvSpPr/>
          <p:nvPr/>
        </p:nvSpPr>
        <p:spPr>
          <a:xfrm>
            <a:off x="0" y="4869360"/>
            <a:ext cx="9143640" cy="273960"/>
          </a:xfrm>
          <a:prstGeom prst="rect">
            <a:avLst/>
          </a:prstGeom>
          <a:solidFill>
            <a:srgbClr val="4b545c"/>
          </a:solidFill>
          <a:ln w="12600">
            <a:solidFill>
              <a:srgbClr val="4b545c"/>
            </a:solidFill>
            <a:round/>
          </a:ln>
        </p:spPr>
        <p:style>
          <a:lnRef idx="0"/>
          <a:fillRef idx="0"/>
          <a:effectRef idx="0"/>
          <a:fontRef idx="minor"/>
        </p:style>
      </p:sp>
      <p:sp>
        <p:nvSpPr>
          <p:cNvPr id="6" name="CustomShape 6"/>
          <p:cNvSpPr/>
          <p:nvPr/>
        </p:nvSpPr>
        <p:spPr>
          <a:xfrm>
            <a:off x="320040" y="4869360"/>
            <a:ext cx="2925720" cy="273960"/>
          </a:xfrm>
          <a:prstGeom prst="rect">
            <a:avLst/>
          </a:prstGeom>
          <a:noFill/>
          <a:ln>
            <a:noFill/>
          </a:ln>
        </p:spPr>
        <p:style>
          <a:lnRef idx="0"/>
          <a:fillRef idx="0"/>
          <a:effectRef idx="0"/>
          <a:fontRef idx="minor"/>
        </p:style>
        <p:txBody>
          <a:bodyPr lIns="0" rIns="0" tIns="0" bIns="0" anchor="ctr">
            <a:noAutofit/>
          </a:bodyPr>
          <a:p>
            <a:pPr>
              <a:lnSpc>
                <a:spcPct val="100000"/>
              </a:lnSpc>
            </a:pPr>
            <a:r>
              <a:rPr b="0" lang="de-DE" sz="900" spc="97" strike="noStrike">
                <a:solidFill>
                  <a:srgbClr val="ffffff"/>
                </a:solidFill>
                <a:latin typeface="Arial"/>
              </a:rPr>
              <a:t>UNIVERSITY OF APPLIED SCIENCES</a:t>
            </a:r>
            <a:endParaRPr b="0" lang="de-DE" sz="900" spc="-1" strike="noStrike">
              <a:latin typeface="Arial"/>
            </a:endParaRPr>
          </a:p>
        </p:txBody>
      </p:sp>
      <p:sp>
        <p:nvSpPr>
          <p:cNvPr id="7" name="CustomShape 7"/>
          <p:cNvSpPr/>
          <p:nvPr/>
        </p:nvSpPr>
        <p:spPr>
          <a:xfrm>
            <a:off x="3657600" y="4869360"/>
            <a:ext cx="1828440" cy="273960"/>
          </a:xfrm>
          <a:prstGeom prst="rect">
            <a:avLst/>
          </a:prstGeom>
          <a:noFill/>
          <a:ln>
            <a:noFill/>
          </a:ln>
        </p:spPr>
        <p:style>
          <a:lnRef idx="0"/>
          <a:fillRef idx="0"/>
          <a:effectRef idx="0"/>
          <a:fontRef idx="minor"/>
        </p:style>
        <p:txBody>
          <a:bodyPr lIns="0" rIns="0" tIns="0" bIns="0" anchor="ctr">
            <a:noAutofit/>
          </a:bodyPr>
          <a:p>
            <a:pPr algn="ctr">
              <a:lnSpc>
                <a:spcPct val="100000"/>
              </a:lnSpc>
            </a:pPr>
            <a:r>
              <a:rPr b="0" lang="de-DE" sz="900" spc="-1" strike="noStrike">
                <a:solidFill>
                  <a:srgbClr val="ffffff"/>
                </a:solidFill>
                <a:latin typeface="Arial"/>
              </a:rPr>
              <a:t>Gaby Fotio</a:t>
            </a:r>
            <a:endParaRPr b="0" lang="de-DE" sz="900" spc="-1" strike="noStrike">
              <a:latin typeface="Arial"/>
            </a:endParaRPr>
          </a:p>
        </p:txBody>
      </p:sp>
      <p:sp>
        <p:nvSpPr>
          <p:cNvPr id="8" name="CustomShape 8"/>
          <p:cNvSpPr/>
          <p:nvPr/>
        </p:nvSpPr>
        <p:spPr>
          <a:xfrm>
            <a:off x="6217920" y="4869360"/>
            <a:ext cx="1828440" cy="273960"/>
          </a:xfrm>
          <a:prstGeom prst="rect">
            <a:avLst/>
          </a:prstGeom>
          <a:noFill/>
          <a:ln>
            <a:noFill/>
          </a:ln>
        </p:spPr>
        <p:style>
          <a:lnRef idx="0"/>
          <a:fillRef idx="0"/>
          <a:effectRef idx="0"/>
          <a:fontRef idx="minor"/>
        </p:style>
        <p:txBody>
          <a:bodyPr lIns="0" rIns="0" tIns="0" bIns="0" anchor="ctr">
            <a:noAutofit/>
          </a:bodyPr>
          <a:p>
            <a:pPr algn="ctr">
              <a:lnSpc>
                <a:spcPct val="100000"/>
              </a:lnSpc>
            </a:pPr>
            <a:r>
              <a:rPr b="0" lang="de-DE" sz="900" spc="-1" strike="noStrike">
                <a:solidFill>
                  <a:srgbClr val="ffffff"/>
                </a:solidFill>
                <a:latin typeface="Arial"/>
              </a:rPr>
              <a:t>Oktober 2026</a:t>
            </a:r>
            <a:endParaRPr b="0" lang="de-DE" sz="900" spc="-1" strike="noStrike">
              <a:latin typeface="Arial"/>
            </a:endParaRPr>
          </a:p>
        </p:txBody>
      </p:sp>
    </p:spTree>
  </p:cSld>
  <p:clrMap bg1="lt1" bg2="lt2" tx1="dk1" tx2="dk2" accent1="accent1" accent2="accent2" accent3="accent3" accent4="accent4" accent5="accent5" accent6="accent6" hlink="hlink" folHlink="fol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5" name="CustomShape 1"/>
          <p:cNvSpPr/>
          <p:nvPr/>
        </p:nvSpPr>
        <p:spPr>
          <a:xfrm>
            <a:off x="0" y="0"/>
            <a:ext cx="9143640" cy="548280"/>
          </a:xfrm>
          <a:prstGeom prst="rect">
            <a:avLst/>
          </a:prstGeom>
          <a:solidFill>
            <a:srgbClr val="000000"/>
          </a:solidFill>
          <a:ln w="12600">
            <a:solidFill>
              <a:srgbClr val="000000"/>
            </a:solidFill>
            <a:round/>
          </a:ln>
        </p:spPr>
        <p:style>
          <a:lnRef idx="0"/>
          <a:fillRef idx="0"/>
          <a:effectRef idx="0"/>
          <a:fontRef idx="minor"/>
        </p:style>
      </p:sp>
      <p:pic>
        <p:nvPicPr>
          <p:cNvPr id="46" name="Image 0" descr=""/>
          <p:cNvPicPr/>
          <p:nvPr/>
        </p:nvPicPr>
        <p:blipFill>
          <a:blip r:embed="rId2"/>
          <a:stretch/>
        </p:blipFill>
        <p:spPr>
          <a:xfrm>
            <a:off x="320040" y="109800"/>
            <a:ext cx="2532600" cy="328680"/>
          </a:xfrm>
          <a:prstGeom prst="rect">
            <a:avLst/>
          </a:prstGeom>
          <a:ln>
            <a:noFill/>
          </a:ln>
        </p:spPr>
      </p:pic>
      <p:sp>
        <p:nvSpPr>
          <p:cNvPr id="47" name="PlaceHolder 2"/>
          <p:cNvSpPr>
            <a:spLocks noGrp="1"/>
          </p:cNvSpPr>
          <p:nvPr>
            <p:ph type="title"/>
          </p:nvPr>
        </p:nvSpPr>
        <p:spPr>
          <a:xfrm>
            <a:off x="457200" y="658440"/>
            <a:ext cx="8229240" cy="548280"/>
          </a:xfrm>
          <a:prstGeom prst="rect">
            <a:avLst/>
          </a:prstGeom>
        </p:spPr>
        <p:txBody>
          <a:bodyPr lIns="90000" rIns="90000" tIns="45000" bIns="45000">
            <a:noAutofit/>
          </a:bodyPr>
          <a:p>
            <a:pPr>
              <a:lnSpc>
                <a:spcPct val="100000"/>
              </a:lnSpc>
            </a:pPr>
            <a:r>
              <a:rPr b="1" lang="de-DE" sz="2400" spc="-1" strike="noStrike">
                <a:solidFill>
                  <a:srgbClr val="1a1a1a"/>
                </a:solidFill>
                <a:latin typeface="Arial"/>
              </a:rPr>
              <a:t>Titel</a:t>
            </a:r>
            <a:endParaRPr b="0" lang="de-DE" sz="2400" spc="-1" strike="noStrike">
              <a:solidFill>
                <a:srgbClr val="1a1a1a"/>
              </a:solidFill>
              <a:latin typeface="Arial"/>
            </a:endParaRPr>
          </a:p>
        </p:txBody>
      </p:sp>
      <p:sp>
        <p:nvSpPr>
          <p:cNvPr id="48" name="CustomShape 3"/>
          <p:cNvSpPr/>
          <p:nvPr/>
        </p:nvSpPr>
        <p:spPr>
          <a:xfrm>
            <a:off x="0" y="4869360"/>
            <a:ext cx="9143640" cy="273960"/>
          </a:xfrm>
          <a:prstGeom prst="rect">
            <a:avLst/>
          </a:prstGeom>
          <a:solidFill>
            <a:srgbClr val="4b545c"/>
          </a:solidFill>
          <a:ln w="12600">
            <a:solidFill>
              <a:srgbClr val="4b545c"/>
            </a:solidFill>
            <a:round/>
          </a:ln>
        </p:spPr>
        <p:style>
          <a:lnRef idx="0"/>
          <a:fillRef idx="0"/>
          <a:effectRef idx="0"/>
          <a:fontRef idx="minor"/>
        </p:style>
      </p:sp>
      <p:sp>
        <p:nvSpPr>
          <p:cNvPr id="49" name="CustomShape 4"/>
          <p:cNvSpPr/>
          <p:nvPr/>
        </p:nvSpPr>
        <p:spPr>
          <a:xfrm>
            <a:off x="320040" y="4869360"/>
            <a:ext cx="2925720" cy="273960"/>
          </a:xfrm>
          <a:prstGeom prst="rect">
            <a:avLst/>
          </a:prstGeom>
          <a:noFill/>
          <a:ln>
            <a:noFill/>
          </a:ln>
        </p:spPr>
        <p:style>
          <a:lnRef idx="0"/>
          <a:fillRef idx="0"/>
          <a:effectRef idx="0"/>
          <a:fontRef idx="minor"/>
        </p:style>
        <p:txBody>
          <a:bodyPr lIns="0" rIns="0" tIns="0" bIns="0" anchor="ctr">
            <a:noAutofit/>
          </a:bodyPr>
          <a:p>
            <a:pPr>
              <a:lnSpc>
                <a:spcPct val="100000"/>
              </a:lnSpc>
            </a:pPr>
            <a:r>
              <a:rPr b="0" lang="de-DE" sz="900" spc="97" strike="noStrike">
                <a:solidFill>
                  <a:srgbClr val="ffffff"/>
                </a:solidFill>
                <a:latin typeface="Arial"/>
              </a:rPr>
              <a:t>UNIVERSITY OF APPLIED SCIENCES</a:t>
            </a:r>
            <a:endParaRPr b="0" lang="de-DE" sz="900" spc="-1" strike="noStrike">
              <a:latin typeface="Arial"/>
            </a:endParaRPr>
          </a:p>
        </p:txBody>
      </p:sp>
      <p:sp>
        <p:nvSpPr>
          <p:cNvPr id="50" name="CustomShape 5"/>
          <p:cNvSpPr/>
          <p:nvPr/>
        </p:nvSpPr>
        <p:spPr>
          <a:xfrm>
            <a:off x="3657600" y="4869360"/>
            <a:ext cx="1828440" cy="273960"/>
          </a:xfrm>
          <a:prstGeom prst="rect">
            <a:avLst/>
          </a:prstGeom>
          <a:noFill/>
          <a:ln>
            <a:noFill/>
          </a:ln>
        </p:spPr>
        <p:style>
          <a:lnRef idx="0"/>
          <a:fillRef idx="0"/>
          <a:effectRef idx="0"/>
          <a:fontRef idx="minor"/>
        </p:style>
        <p:txBody>
          <a:bodyPr lIns="0" rIns="0" tIns="0" bIns="0" anchor="ctr">
            <a:noAutofit/>
          </a:bodyPr>
          <a:p>
            <a:pPr algn="ctr">
              <a:lnSpc>
                <a:spcPct val="100000"/>
              </a:lnSpc>
            </a:pPr>
            <a:r>
              <a:rPr b="0" lang="de-DE" sz="900" spc="-1" strike="noStrike">
                <a:solidFill>
                  <a:srgbClr val="ffffff"/>
                </a:solidFill>
                <a:latin typeface="Arial"/>
              </a:rPr>
              <a:t>Gaby Fotio</a:t>
            </a:r>
            <a:endParaRPr b="0" lang="de-DE" sz="900" spc="-1" strike="noStrike">
              <a:latin typeface="Arial"/>
            </a:endParaRPr>
          </a:p>
        </p:txBody>
      </p:sp>
      <p:sp>
        <p:nvSpPr>
          <p:cNvPr id="51" name="CustomShape 6"/>
          <p:cNvSpPr/>
          <p:nvPr/>
        </p:nvSpPr>
        <p:spPr>
          <a:xfrm>
            <a:off x="6217920" y="4869360"/>
            <a:ext cx="1828440" cy="273960"/>
          </a:xfrm>
          <a:prstGeom prst="rect">
            <a:avLst/>
          </a:prstGeom>
          <a:noFill/>
          <a:ln>
            <a:noFill/>
          </a:ln>
        </p:spPr>
        <p:style>
          <a:lnRef idx="0"/>
          <a:fillRef idx="0"/>
          <a:effectRef idx="0"/>
          <a:fontRef idx="minor"/>
        </p:style>
        <p:txBody>
          <a:bodyPr lIns="0" rIns="0" tIns="0" bIns="0" anchor="ctr">
            <a:noAutofit/>
          </a:bodyPr>
          <a:p>
            <a:pPr algn="ctr">
              <a:lnSpc>
                <a:spcPct val="100000"/>
              </a:lnSpc>
            </a:pPr>
            <a:r>
              <a:rPr b="0" lang="de-DE" sz="900" spc="-1" strike="noStrike">
                <a:solidFill>
                  <a:srgbClr val="ffffff"/>
                </a:solidFill>
                <a:latin typeface="Arial"/>
              </a:rPr>
              <a:t>Oktober 2026</a:t>
            </a:r>
            <a:endParaRPr b="0" lang="de-DE" sz="900" spc="-1" strike="noStrike">
              <a:latin typeface="Arial"/>
            </a:endParaRPr>
          </a:p>
        </p:txBody>
      </p:sp>
      <p:sp>
        <p:nvSpPr>
          <p:cNvPr id="52" name="PlaceHolder 7"/>
          <p:cNvSpPr>
            <a:spLocks noGrp="1"/>
          </p:cNvSpPr>
          <p:nvPr>
            <p:ph type="sldNum"/>
          </p:nvPr>
        </p:nvSpPr>
        <p:spPr>
          <a:xfrm>
            <a:off x="8321040" y="4869360"/>
            <a:ext cx="456840" cy="273960"/>
          </a:xfrm>
          <a:prstGeom prst="rect">
            <a:avLst/>
          </a:prstGeom>
        </p:spPr>
        <p:txBody>
          <a:bodyPr lIns="90000" rIns="90000" tIns="45000" bIns="45000" anchor="ctr">
            <a:noAutofit/>
          </a:bodyPr>
          <a:p>
            <a:pPr algn="r">
              <a:lnSpc>
                <a:spcPct val="100000"/>
              </a:lnSpc>
            </a:pPr>
            <a:fld id="{E31B5126-1BC8-4A66-877B-3A055E8B6C4F}" type="slidenum">
              <a:rPr b="0" lang="de-DE" sz="900" spc="-1" strike="noStrike">
                <a:solidFill>
                  <a:srgbClr val="ffffff"/>
                </a:solidFill>
                <a:latin typeface="Arial"/>
              </a:rPr>
              <a:t>1</a:t>
            </a:fld>
            <a:endParaRPr b="0" lang="de-DE" sz="900" spc="-1" strike="noStrike">
              <a:latin typeface="Times New Roman"/>
            </a:endParaRPr>
          </a:p>
        </p:txBody>
      </p:sp>
      <p:sp>
        <p:nvSpPr>
          <p:cNvPr id="53" name="PlaceHolder 8"/>
          <p:cNvSpPr>
            <a:spLocks noGrp="1"/>
          </p:cNvSpPr>
          <p:nvPr>
            <p:ph type="body"/>
          </p:nvPr>
        </p:nvSpPr>
        <p:spPr>
          <a:xfrm>
            <a:off x="457200" y="1203480"/>
            <a:ext cx="8229240" cy="2982960"/>
          </a:xfrm>
          <a:prstGeom prst="rect">
            <a:avLst/>
          </a:prstGeom>
        </p:spPr>
        <p:txBody>
          <a:bodyPr lIns="0" rIns="0" tIns="0" bIns="0">
            <a:normAutofit/>
          </a:bodyPr>
          <a:p>
            <a:pPr marL="432000" indent="-324000">
              <a:spcBef>
                <a:spcPts val="1417"/>
              </a:spcBef>
              <a:buClr>
                <a:srgbClr val="000000"/>
              </a:buClr>
              <a:buSzPct val="45000"/>
              <a:buFont typeface="Wingdings" charset="2"/>
              <a:buChar char=""/>
            </a:pPr>
            <a:r>
              <a:rPr b="0" lang="de-DE" sz="3200" spc="-1" strike="noStrike">
                <a:solidFill>
                  <a:srgbClr val="1a1a1a"/>
                </a:solidFill>
                <a:latin typeface="Arial"/>
              </a:rPr>
              <a:t>Click to edit the outline text format</a:t>
            </a:r>
            <a:endParaRPr b="0" lang="de-DE" sz="3200" spc="-1" strike="noStrike">
              <a:solidFill>
                <a:srgbClr val="1a1a1a"/>
              </a:solidFill>
              <a:latin typeface="Arial"/>
            </a:endParaRPr>
          </a:p>
          <a:p>
            <a:pPr lvl="1" marL="864000" indent="-324000">
              <a:spcBef>
                <a:spcPts val="1134"/>
              </a:spcBef>
              <a:buClr>
                <a:srgbClr val="000000"/>
              </a:buClr>
              <a:buSzPct val="75000"/>
              <a:buFont typeface="Symbol" charset="2"/>
              <a:buChar char=""/>
            </a:pPr>
            <a:r>
              <a:rPr b="0" lang="de-DE" sz="2400" spc="-1" strike="noStrike">
                <a:solidFill>
                  <a:srgbClr val="1a1a1a"/>
                </a:solidFill>
                <a:latin typeface="Arial"/>
              </a:rPr>
              <a:t>Second Outline Level</a:t>
            </a:r>
            <a:endParaRPr b="0" lang="de-DE" sz="2400" spc="-1" strike="noStrike">
              <a:solidFill>
                <a:srgbClr val="1a1a1a"/>
              </a:solidFill>
              <a:latin typeface="Arial"/>
            </a:endParaRPr>
          </a:p>
          <a:p>
            <a:pPr lvl="2" marL="1296000" indent="-288000">
              <a:spcBef>
                <a:spcPts val="850"/>
              </a:spcBef>
              <a:buClr>
                <a:srgbClr val="000000"/>
              </a:buClr>
              <a:buSzPct val="45000"/>
              <a:buFont typeface="Wingdings" charset="2"/>
              <a:buChar char=""/>
            </a:pPr>
            <a:r>
              <a:rPr b="0" lang="de-DE" sz="2000" spc="-1" strike="noStrike">
                <a:solidFill>
                  <a:srgbClr val="1a1a1a"/>
                </a:solidFill>
                <a:latin typeface="Arial"/>
              </a:rPr>
              <a:t>Third Outline Level</a:t>
            </a:r>
            <a:endParaRPr b="0" lang="de-DE" sz="2000" spc="-1" strike="noStrike">
              <a:solidFill>
                <a:srgbClr val="1a1a1a"/>
              </a:solidFill>
              <a:latin typeface="Arial"/>
            </a:endParaRPr>
          </a:p>
          <a:p>
            <a:pPr lvl="3" marL="1728000" indent="-216000">
              <a:spcBef>
                <a:spcPts val="567"/>
              </a:spcBef>
              <a:buClr>
                <a:srgbClr val="000000"/>
              </a:buClr>
              <a:buSzPct val="75000"/>
              <a:buFont typeface="Symbol" charset="2"/>
              <a:buChar char=""/>
            </a:pPr>
            <a:r>
              <a:rPr b="0" lang="de-DE" sz="2000" spc="-1" strike="noStrike">
                <a:solidFill>
                  <a:srgbClr val="1a1a1a"/>
                </a:solidFill>
                <a:latin typeface="Arial"/>
              </a:rPr>
              <a:t>Fourth Outline Level</a:t>
            </a:r>
            <a:endParaRPr b="0" lang="de-DE" sz="2000" spc="-1" strike="noStrike">
              <a:solidFill>
                <a:srgbClr val="1a1a1a"/>
              </a:solidFill>
              <a:latin typeface="Arial"/>
            </a:endParaRPr>
          </a:p>
          <a:p>
            <a:pPr lvl="4" marL="2160000" indent="-216000">
              <a:spcBef>
                <a:spcPts val="283"/>
              </a:spcBef>
              <a:buClr>
                <a:srgbClr val="000000"/>
              </a:buClr>
              <a:buSzPct val="45000"/>
              <a:buFont typeface="Wingdings" charset="2"/>
              <a:buChar char=""/>
            </a:pPr>
            <a:r>
              <a:rPr b="0" lang="de-DE" sz="2000" spc="-1" strike="noStrike">
                <a:solidFill>
                  <a:srgbClr val="1a1a1a"/>
                </a:solidFill>
                <a:latin typeface="Arial"/>
              </a:rPr>
              <a:t>Fifth Outline Level</a:t>
            </a:r>
            <a:endParaRPr b="0" lang="de-DE" sz="2000" spc="-1" strike="noStrike">
              <a:solidFill>
                <a:srgbClr val="1a1a1a"/>
              </a:solidFill>
              <a:latin typeface="Arial"/>
            </a:endParaRPr>
          </a:p>
          <a:p>
            <a:pPr lvl="5" marL="2592000" indent="-216000">
              <a:spcBef>
                <a:spcPts val="283"/>
              </a:spcBef>
              <a:buClr>
                <a:srgbClr val="000000"/>
              </a:buClr>
              <a:buSzPct val="45000"/>
              <a:buFont typeface="Wingdings" charset="2"/>
              <a:buChar char=""/>
            </a:pPr>
            <a:r>
              <a:rPr b="0" lang="de-DE" sz="2000" spc="-1" strike="noStrike">
                <a:solidFill>
                  <a:srgbClr val="1a1a1a"/>
                </a:solidFill>
                <a:latin typeface="Arial"/>
              </a:rPr>
              <a:t>Sixth Outline Level</a:t>
            </a:r>
            <a:endParaRPr b="0" lang="de-DE" sz="2000" spc="-1" strike="noStrike">
              <a:solidFill>
                <a:srgbClr val="1a1a1a"/>
              </a:solidFill>
              <a:latin typeface="Arial"/>
            </a:endParaRPr>
          </a:p>
          <a:p>
            <a:pPr lvl="6" marL="3024000" indent="-216000">
              <a:spcBef>
                <a:spcPts val="283"/>
              </a:spcBef>
              <a:buClr>
                <a:srgbClr val="000000"/>
              </a:buClr>
              <a:buSzPct val="45000"/>
              <a:buFont typeface="Wingdings" charset="2"/>
              <a:buChar char=""/>
            </a:pPr>
            <a:r>
              <a:rPr b="0" lang="de-DE" sz="2000" spc="-1" strike="noStrike">
                <a:solidFill>
                  <a:srgbClr val="1a1a1a"/>
                </a:solidFill>
                <a:latin typeface="Arial"/>
              </a:rPr>
              <a:t>Seventh Outline Level</a:t>
            </a:r>
            <a:endParaRPr b="0" lang="de-DE" sz="2000" spc="-1" strike="noStrike">
              <a:solidFill>
                <a:srgbClr val="1a1a1a"/>
              </a:solidFill>
              <a:latin typeface="Arial"/>
            </a:endParaRPr>
          </a:p>
        </p:txBody>
      </p:sp>
    </p:spTree>
  </p:cSld>
  <p:clrMap bg1="lt1" bg2="lt2" tx1="dk1" tx2="dk2" accent1="accent1" accent2="accent2" accent3="accent3" accent4="accent4" accent5="accent5" accent6="accent6" hlink="hlink" folHlink="folHlink"/>
  <p:sldLayoutIdLst>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 id="2147483673" r:id="rId14"/>
  </p:sldLayoutIdLst>
</p:sldMaster>
</file>

<file path=ppt/slides/_rels/slide1.xml.rels><?xml version='1.0' encoding='UTF-8' standalone='yes'?>
<Relationships xmlns="http://schemas.openxmlformats.org/package/2006/relationships"><Relationship Id="rId1" Type="http://schemas.openxmlformats.org/officeDocument/2006/relationships/image" Target="../media/image3.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slideLayout" Target="../slideLayouts/slideLayout1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8.jpeg"/><Relationship Id="rId2" Type="http://schemas.openxmlformats.org/officeDocument/2006/relationships/slideLayout" Target="../slideLayouts/slideLayout1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1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charts/chart5.xml"/><Relationship Id="rId2" Type="http://schemas.openxmlformats.org/officeDocument/2006/relationships/slideLayout" Target="../slideLayouts/slideLayout1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13.xml"/><Relationship Id="rId3" Type="http://schemas.openxmlformats.org/officeDocument/2006/relationships/notesSlide" Target="../notesSlides/notesSlide8.xml"/><Relationship Id="rId4" Type="http://schemas.openxmlformats.org/officeDocument/2006/relationships/image" Target="../media/image2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3.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4.png"/><Relationship Id="rId2" Type="http://schemas.openxmlformats.org/officeDocument/2006/relationships/slideLayout" Target="../slideLayouts/slideLayout1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5.png"/><Relationship Id="rId2" Type="http://schemas.openxmlformats.org/officeDocument/2006/relationships/image" Target="../media/image16.png"/><Relationship Id="rId3" Type="http://schemas.openxmlformats.org/officeDocument/2006/relationships/image" Target="../media/image17.png"/><Relationship Id="rId4" Type="http://schemas.openxmlformats.org/officeDocument/2006/relationships/slideLayout" Target="../slideLayouts/slideLayout13.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8.png"/><Relationship Id="rId2" Type="http://schemas.openxmlformats.org/officeDocument/2006/relationships/image" Target="../media/image19.png"/><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slideLayout" Target="../slideLayouts/slideLayout13.xml"/><Relationship Id="rId6"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96" name="Foto Versuchsaufbau" descr=""/>
          <p:cNvPicPr/>
          <p:nvPr/>
        </p:nvPicPr>
        <p:blipFill>
          <a:blip r:embed="rId1"/>
          <a:srcRect t="25000" b="16667"/>
          <a:stretch/>
        </p:blipFill>
        <p:spPr>
          <a:xfrm>
            <a:off x="0" y="868680"/>
            <a:ext cx="9143640" cy="4000320"/>
          </a:xfrm>
          <a:prstGeom prst="rect">
            <a:avLst/>
          </a:prstGeom>
          <a:ln>
            <a:noFill/>
          </a:ln>
        </p:spPr>
      </p:pic>
      <p:sp>
        <p:nvSpPr>
          <p:cNvPr id="97" name="CustomShape 1"/>
          <p:cNvSpPr/>
          <p:nvPr/>
        </p:nvSpPr>
        <p:spPr>
          <a:xfrm>
            <a:off x="274320" y="1691640"/>
            <a:ext cx="3291840" cy="2331720"/>
          </a:xfrm>
          <a:prstGeom prst="rect">
            <a:avLst/>
          </a:prstGeom>
          <a:solidFill>
            <a:srgbClr val="000000"/>
          </a:solidFill>
          <a:ln w="12600">
            <a:solidFill>
              <a:srgbClr val="000000"/>
            </a:solidFill>
            <a:round/>
          </a:ln>
        </p:spPr>
        <p:style>
          <a:lnRef idx="0"/>
          <a:fillRef idx="0"/>
          <a:effectRef idx="0"/>
          <a:fontRef idx="minor"/>
        </p:style>
      </p:sp>
      <p:sp>
        <p:nvSpPr>
          <p:cNvPr id="98" name="TextShape 2"/>
          <p:cNvSpPr txBox="1"/>
          <p:nvPr/>
        </p:nvSpPr>
        <p:spPr>
          <a:xfrm>
            <a:off x="457200" y="1828800"/>
            <a:ext cx="2971800" cy="1463040"/>
          </a:xfrm>
          <a:prstGeom prst="rect">
            <a:avLst/>
          </a:prstGeom>
          <a:noFill/>
          <a:ln>
            <a:noFill/>
          </a:ln>
        </p:spPr>
        <p:txBody>
          <a:bodyPr lIns="0" rIns="0" tIns="0" bIns="0">
            <a:noAutofit/>
          </a:bodyPr>
          <a:p>
            <a:pPr>
              <a:lnSpc>
                <a:spcPct val="100000"/>
              </a:lnSpc>
            </a:pPr>
            <a:r>
              <a:rPr b="1" lang="de-DE" sz="2600" spc="-1" strike="noStrike">
                <a:solidFill>
                  <a:srgbClr val="ffffff"/>
                </a:solidFill>
                <a:latin typeface="Arial"/>
              </a:rPr>
              <a:t>Netzgekoppelter Wechselrichter für ein Modellhaus</a:t>
            </a:r>
            <a:endParaRPr b="0" lang="de-DE" sz="2600" spc="-1" strike="noStrike">
              <a:solidFill>
                <a:srgbClr val="1a1a1a"/>
              </a:solidFill>
              <a:latin typeface="Arial"/>
            </a:endParaRPr>
          </a:p>
        </p:txBody>
      </p:sp>
      <p:sp>
        <p:nvSpPr>
          <p:cNvPr id="99" name="TextShape 3"/>
          <p:cNvSpPr txBox="1"/>
          <p:nvPr/>
        </p:nvSpPr>
        <p:spPr>
          <a:xfrm>
            <a:off x="457200" y="3383280"/>
            <a:ext cx="2971800" cy="502920"/>
          </a:xfrm>
          <a:prstGeom prst="rect">
            <a:avLst/>
          </a:prstGeom>
          <a:noFill/>
          <a:ln>
            <a:noFill/>
          </a:ln>
        </p:spPr>
        <p:txBody>
          <a:bodyPr lIns="0" rIns="0" tIns="0" bIns="0">
            <a:noAutofit/>
          </a:bodyPr>
          <a:p>
            <a:pPr>
              <a:lnSpc>
                <a:spcPct val="100000"/>
              </a:lnSpc>
              <a:spcBef>
                <a:spcPts val="360"/>
              </a:spcBef>
            </a:pPr>
            <a:r>
              <a:rPr b="1" lang="de-DE" sz="1800" spc="-1" strike="noStrike">
                <a:solidFill>
                  <a:srgbClr val="ffffff"/>
                </a:solidFill>
                <a:latin typeface="Arial"/>
              </a:rPr>
              <a:t>Projektphase</a:t>
            </a:r>
            <a:endParaRPr b="0" lang="de-DE" sz="1800" spc="-1" strike="noStrike">
              <a:solidFill>
                <a:srgbClr val="1a1a1a"/>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0" name="TextShape 1"/>
          <p:cNvSpPr txBox="1"/>
          <p:nvPr/>
        </p:nvSpPr>
        <p:spPr>
          <a:xfrm>
            <a:off x="457200" y="658440"/>
            <a:ext cx="8229240" cy="548280"/>
          </a:xfrm>
          <a:prstGeom prst="rect">
            <a:avLst/>
          </a:prstGeom>
          <a:noFill/>
          <a:ln>
            <a:noFill/>
          </a:ln>
        </p:spPr>
        <p:txBody>
          <a:bodyPr lIns="0" rIns="0" tIns="0" bIns="0" anchor="ctr">
            <a:noAutofit/>
          </a:bodyPr>
          <a:p>
            <a:pPr>
              <a:lnSpc>
                <a:spcPct val="100000"/>
              </a:lnSpc>
            </a:pPr>
            <a:r>
              <a:rPr b="1" lang="de-DE" sz="2400" spc="-1" strike="noStrike">
                <a:solidFill>
                  <a:srgbClr val="1a1a1a"/>
                </a:solidFill>
                <a:latin typeface="Arial"/>
              </a:rPr>
              <a:t>Projektphase</a:t>
            </a:r>
            <a:endParaRPr b="0" lang="de-DE" sz="2400" spc="-1" strike="noStrike">
              <a:solidFill>
                <a:srgbClr val="1a1a1a"/>
              </a:solidFill>
              <a:latin typeface="Arial"/>
            </a:endParaRPr>
          </a:p>
        </p:txBody>
      </p:sp>
      <p:sp>
        <p:nvSpPr>
          <p:cNvPr id="101" name="CustomShape 2"/>
          <p:cNvSpPr/>
          <p:nvPr/>
        </p:nvSpPr>
        <p:spPr>
          <a:xfrm>
            <a:off x="502920" y="2212920"/>
            <a:ext cx="4247640" cy="365400"/>
          </a:xfrm>
          <a:prstGeom prst="rect">
            <a:avLst/>
          </a:prstGeom>
          <a:noFill/>
          <a:ln>
            <a:noFill/>
          </a:ln>
        </p:spPr>
        <p:style>
          <a:lnRef idx="0"/>
          <a:fillRef idx="0"/>
          <a:effectRef idx="0"/>
          <a:fontRef idx="minor"/>
        </p:style>
        <p:txBody>
          <a:bodyPr lIns="0" rIns="0" tIns="0" bIns="0" anchor="ctr">
            <a:noAutofit/>
          </a:bodyPr>
          <a:p>
            <a:pPr algn="ctr">
              <a:lnSpc>
                <a:spcPct val="100000"/>
              </a:lnSpc>
            </a:pPr>
            <a:endParaRPr b="0" lang="de-DE" sz="1800" spc="-1" strike="noStrike">
              <a:latin typeface="Arial"/>
            </a:endParaRPr>
          </a:p>
          <a:p>
            <a:pPr algn="ctr">
              <a:lnSpc>
                <a:spcPct val="100000"/>
              </a:lnSpc>
            </a:pPr>
            <a:endParaRPr b="0" lang="de-DE" sz="1800" spc="-1" strike="noStrike">
              <a:latin typeface="Arial"/>
            </a:endParaRPr>
          </a:p>
          <a:p>
            <a:pPr algn="ctr">
              <a:lnSpc>
                <a:spcPct val="100000"/>
              </a:lnSpc>
            </a:pPr>
            <a:endParaRPr b="0" lang="de-DE" sz="1800" spc="-1" strike="noStrike">
              <a:latin typeface="Arial"/>
            </a:endParaRPr>
          </a:p>
          <a:p>
            <a:pPr algn="ctr">
              <a:lnSpc>
                <a:spcPct val="100000"/>
              </a:lnSpc>
            </a:pPr>
            <a:endParaRPr b="0" lang="de-DE" sz="1800" spc="-1" strike="noStrike">
              <a:latin typeface="Arial"/>
            </a:endParaRPr>
          </a:p>
          <a:p>
            <a:pPr algn="ctr">
              <a:lnSpc>
                <a:spcPct val="100000"/>
              </a:lnSpc>
            </a:pPr>
            <a:endParaRPr b="0" lang="de-DE" sz="1800" spc="-1" strike="noStrike">
              <a:latin typeface="Arial"/>
            </a:endParaRPr>
          </a:p>
          <a:p>
            <a:pPr algn="ctr">
              <a:lnSpc>
                <a:spcPct val="100000"/>
              </a:lnSpc>
            </a:pPr>
            <a:r>
              <a:rPr b="1" lang="de-DE" sz="1700" spc="-1" strike="noStrike">
                <a:solidFill>
                  <a:srgbClr val="1a1a1a"/>
                </a:solidFill>
                <a:latin typeface="Arial"/>
              </a:rPr>
              <a:t>- Interrne </a:t>
            </a:r>
            <a:endParaRPr b="0" lang="de-DE" sz="1700" spc="-1" strike="noStrike">
              <a:latin typeface="Arial"/>
            </a:endParaRPr>
          </a:p>
          <a:p>
            <a:pPr algn="ctr">
              <a:lnSpc>
                <a:spcPct val="100000"/>
              </a:lnSpc>
            </a:pPr>
            <a:r>
              <a:rPr b="1" lang="de-DE" sz="1700" spc="-1" strike="noStrike">
                <a:solidFill>
                  <a:srgbClr val="1a1a1a"/>
                </a:solidFill>
                <a:latin typeface="Arial"/>
              </a:rPr>
              <a:t>Projektphase an der THM </a:t>
            </a:r>
            <a:endParaRPr b="0" lang="de-DE" sz="1700" spc="-1" strike="noStrike">
              <a:latin typeface="Arial"/>
            </a:endParaRPr>
          </a:p>
          <a:p>
            <a:pPr algn="ctr">
              <a:lnSpc>
                <a:spcPct val="100000"/>
              </a:lnSpc>
            </a:pPr>
            <a:r>
              <a:rPr b="1" lang="de-DE" sz="1700" spc="-1" strike="noStrike">
                <a:solidFill>
                  <a:srgbClr val="1a1a1a"/>
                </a:solidFill>
                <a:latin typeface="Arial"/>
              </a:rPr>
              <a:t>- 05/2026 bis 09/2026</a:t>
            </a:r>
            <a:endParaRPr b="0" lang="de-DE" sz="1700" spc="-1" strike="noStrike">
              <a:latin typeface="Arial"/>
            </a:endParaRPr>
          </a:p>
          <a:p>
            <a:pPr algn="ctr">
              <a:lnSpc>
                <a:spcPct val="100000"/>
              </a:lnSpc>
            </a:pPr>
            <a:endParaRPr b="0" lang="de-DE" sz="1700" spc="-1" strike="noStrike">
              <a:latin typeface="Arial"/>
            </a:endParaRPr>
          </a:p>
          <a:p>
            <a:pPr algn="ctr">
              <a:lnSpc>
                <a:spcPct val="100000"/>
              </a:lnSpc>
            </a:pPr>
            <a:r>
              <a:rPr b="1" lang="de-DE" sz="1700" spc="-1" strike="noStrike">
                <a:solidFill>
                  <a:srgbClr val="1a1a1a"/>
                </a:solidFill>
                <a:latin typeface="Arial"/>
              </a:rPr>
              <a:t>Hauptreferent : </a:t>
            </a:r>
            <a:endParaRPr b="0" lang="de-DE" sz="1700" spc="-1" strike="noStrike">
              <a:latin typeface="Arial"/>
            </a:endParaRPr>
          </a:p>
          <a:p>
            <a:pPr algn="ctr">
              <a:lnSpc>
                <a:spcPct val="100000"/>
              </a:lnSpc>
            </a:pPr>
            <a:r>
              <a:rPr b="1" lang="de-DE" sz="1700" spc="-1" strike="noStrike">
                <a:solidFill>
                  <a:srgbClr val="1a1a1a"/>
                </a:solidFill>
                <a:latin typeface="Arial"/>
              </a:rPr>
              <a:t>Prof. Dr. Florian von Zabiensky</a:t>
            </a:r>
            <a:endParaRPr b="0" lang="de-DE" sz="1700" spc="-1" strike="noStrike">
              <a:latin typeface="Arial"/>
            </a:endParaRPr>
          </a:p>
          <a:p>
            <a:pPr algn="ctr">
              <a:lnSpc>
                <a:spcPct val="100000"/>
              </a:lnSpc>
            </a:pPr>
            <a:r>
              <a:rPr b="1" lang="de-DE" sz="1700" spc="-1" strike="noStrike">
                <a:solidFill>
                  <a:srgbClr val="1a1a1a"/>
                </a:solidFill>
                <a:latin typeface="Arial"/>
              </a:rPr>
              <a:t>Assistentssysteme , Echtzeitsysteme Hard – und Software für Einebettete Systeme</a:t>
            </a:r>
            <a:endParaRPr b="0" lang="de-DE" sz="1700" spc="-1" strike="noStrike">
              <a:latin typeface="Arial"/>
            </a:endParaRPr>
          </a:p>
        </p:txBody>
      </p:sp>
      <p:sp>
        <p:nvSpPr>
          <p:cNvPr id="102" name="CustomShape 3"/>
          <p:cNvSpPr/>
          <p:nvPr/>
        </p:nvSpPr>
        <p:spPr>
          <a:xfrm>
            <a:off x="502920" y="2560320"/>
            <a:ext cx="4247640" cy="292320"/>
          </a:xfrm>
          <a:prstGeom prst="rect">
            <a:avLst/>
          </a:prstGeom>
          <a:noFill/>
          <a:ln>
            <a:noFill/>
          </a:ln>
        </p:spPr>
        <p:style>
          <a:lnRef idx="0"/>
          <a:fillRef idx="0"/>
          <a:effectRef idx="0"/>
          <a:fontRef idx="minor"/>
        </p:style>
      </p:sp>
      <p:sp>
        <p:nvSpPr>
          <p:cNvPr id="103" name="CustomShape 4"/>
          <p:cNvSpPr/>
          <p:nvPr/>
        </p:nvSpPr>
        <p:spPr>
          <a:xfrm>
            <a:off x="3474720" y="2212920"/>
            <a:ext cx="2148480" cy="365400"/>
          </a:xfrm>
          <a:prstGeom prst="rect">
            <a:avLst/>
          </a:prstGeom>
          <a:noFill/>
          <a:ln>
            <a:noFill/>
          </a:ln>
        </p:spPr>
        <p:style>
          <a:lnRef idx="0"/>
          <a:fillRef idx="0"/>
          <a:effectRef idx="0"/>
          <a:fontRef idx="minor"/>
        </p:style>
      </p:sp>
      <p:pic>
        <p:nvPicPr>
          <p:cNvPr id="104" name="Aufgabe 3 Symbol" descr=""/>
          <p:cNvPicPr/>
          <p:nvPr/>
        </p:nvPicPr>
        <p:blipFill>
          <a:blip r:embed="rId1"/>
          <a:stretch/>
        </p:blipFill>
        <p:spPr>
          <a:xfrm>
            <a:off x="7326720" y="1566000"/>
            <a:ext cx="388440" cy="388440"/>
          </a:xfrm>
          <a:prstGeom prst="rect">
            <a:avLst/>
          </a:prstGeom>
          <a:ln>
            <a:noFill/>
          </a:ln>
        </p:spPr>
      </p:pic>
      <p:sp>
        <p:nvSpPr>
          <p:cNvPr id="105" name="CustomShape 5"/>
          <p:cNvSpPr/>
          <p:nvPr/>
        </p:nvSpPr>
        <p:spPr>
          <a:xfrm>
            <a:off x="6446520" y="2212920"/>
            <a:ext cx="2148480" cy="365400"/>
          </a:xfrm>
          <a:prstGeom prst="rect">
            <a:avLst/>
          </a:prstGeom>
          <a:noFill/>
          <a:ln>
            <a:noFill/>
          </a:ln>
        </p:spPr>
        <p:style>
          <a:lnRef idx="0"/>
          <a:fillRef idx="0"/>
          <a:effectRef idx="0"/>
          <a:fontRef idx="minor"/>
        </p:style>
      </p:sp>
      <p:sp>
        <p:nvSpPr>
          <p:cNvPr id="106" name="CustomShape 6"/>
          <p:cNvSpPr/>
          <p:nvPr/>
        </p:nvSpPr>
        <p:spPr>
          <a:xfrm>
            <a:off x="6446520" y="2560320"/>
            <a:ext cx="2148480" cy="292320"/>
          </a:xfrm>
          <a:prstGeom prst="rect">
            <a:avLst/>
          </a:prstGeom>
          <a:noFill/>
          <a:ln>
            <a:noFill/>
          </a:ln>
        </p:spPr>
        <p:style>
          <a:lnRef idx="0"/>
          <a:fillRef idx="0"/>
          <a:effectRef idx="0"/>
          <a:fontRef idx="minor"/>
        </p:style>
      </p:sp>
      <p:sp>
        <p:nvSpPr>
          <p:cNvPr id="107" name="CustomShape 7"/>
          <p:cNvSpPr/>
          <p:nvPr/>
        </p:nvSpPr>
        <p:spPr>
          <a:xfrm>
            <a:off x="774000" y="3246120"/>
            <a:ext cx="4338000" cy="347040"/>
          </a:xfrm>
          <a:prstGeom prst="rect">
            <a:avLst/>
          </a:prstGeom>
          <a:noFill/>
          <a:ln>
            <a:noFill/>
          </a:ln>
        </p:spPr>
        <p:style>
          <a:lnRef idx="0"/>
          <a:fillRef idx="0"/>
          <a:effectRef idx="0"/>
          <a:fontRef idx="minor"/>
        </p:style>
      </p:sp>
      <p:sp>
        <p:nvSpPr>
          <p:cNvPr id="108" name="CustomShape 8"/>
          <p:cNvSpPr/>
          <p:nvPr/>
        </p:nvSpPr>
        <p:spPr>
          <a:xfrm>
            <a:off x="774000" y="3611880"/>
            <a:ext cx="4338000" cy="914040"/>
          </a:xfrm>
          <a:prstGeom prst="rect">
            <a:avLst/>
          </a:prstGeom>
          <a:noFill/>
          <a:ln>
            <a:noFill/>
          </a:ln>
        </p:spPr>
        <p:style>
          <a:lnRef idx="0"/>
          <a:fillRef idx="0"/>
          <a:effectRef idx="0"/>
          <a:fontRef idx="minor"/>
        </p:style>
      </p:sp>
      <p:sp>
        <p:nvSpPr>
          <p:cNvPr id="109" name="CustomShape 9"/>
          <p:cNvSpPr/>
          <p:nvPr/>
        </p:nvSpPr>
        <p:spPr>
          <a:xfrm>
            <a:off x="504000" y="3246120"/>
            <a:ext cx="7560000" cy="857880"/>
          </a:xfrm>
          <a:prstGeom prst="rect">
            <a:avLst/>
          </a:prstGeom>
          <a:noFill/>
          <a:ln>
            <a:noFill/>
          </a:ln>
        </p:spPr>
        <p:style>
          <a:lnRef idx="0"/>
          <a:fillRef idx="0"/>
          <a:effectRef idx="0"/>
          <a:fontRef idx="minor"/>
        </p:style>
      </p:sp>
      <p:sp>
        <p:nvSpPr>
          <p:cNvPr id="110" name="CustomShape 10"/>
          <p:cNvSpPr/>
          <p:nvPr/>
        </p:nvSpPr>
        <p:spPr>
          <a:xfrm>
            <a:off x="3474720" y="3611880"/>
            <a:ext cx="2194200" cy="914040"/>
          </a:xfrm>
          <a:prstGeom prst="rect">
            <a:avLst/>
          </a:prstGeom>
          <a:noFill/>
          <a:ln>
            <a:noFill/>
          </a:ln>
        </p:spPr>
        <p:style>
          <a:lnRef idx="0"/>
          <a:fillRef idx="0"/>
          <a:effectRef idx="0"/>
          <a:fontRef idx="minor"/>
        </p:style>
      </p:sp>
      <p:sp>
        <p:nvSpPr>
          <p:cNvPr id="111" name="CustomShape 11"/>
          <p:cNvSpPr/>
          <p:nvPr/>
        </p:nvSpPr>
        <p:spPr>
          <a:xfrm>
            <a:off x="6309360" y="3264840"/>
            <a:ext cx="2194200" cy="347040"/>
          </a:xfrm>
          <a:prstGeom prst="rect">
            <a:avLst/>
          </a:prstGeom>
          <a:noFill/>
          <a:ln>
            <a:noFill/>
          </a:ln>
        </p:spPr>
        <p:style>
          <a:lnRef idx="0"/>
          <a:fillRef idx="0"/>
          <a:effectRef idx="0"/>
          <a:fontRef idx="minor"/>
        </p:style>
      </p:sp>
      <p:sp>
        <p:nvSpPr>
          <p:cNvPr id="112" name="CustomShape 12"/>
          <p:cNvSpPr/>
          <p:nvPr/>
        </p:nvSpPr>
        <p:spPr>
          <a:xfrm>
            <a:off x="6309360" y="3611880"/>
            <a:ext cx="2194200" cy="914040"/>
          </a:xfrm>
          <a:prstGeom prst="rect">
            <a:avLst/>
          </a:prstGeom>
          <a:noFill/>
          <a:ln>
            <a:noFill/>
          </a:ln>
        </p:spPr>
        <p:style>
          <a:lnRef idx="0"/>
          <a:fillRef idx="0"/>
          <a:effectRef idx="0"/>
          <a:fontRef idx="minor"/>
        </p:style>
      </p:sp>
      <p:sp>
        <p:nvSpPr>
          <p:cNvPr id="113" name="TextShape 13"/>
          <p:cNvSpPr txBox="1"/>
          <p:nvPr/>
        </p:nvSpPr>
        <p:spPr>
          <a:xfrm>
            <a:off x="8321040" y="4869360"/>
            <a:ext cx="456840" cy="273960"/>
          </a:xfrm>
          <a:prstGeom prst="rect">
            <a:avLst/>
          </a:prstGeom>
          <a:noFill/>
          <a:ln>
            <a:noFill/>
          </a:ln>
        </p:spPr>
        <p:txBody>
          <a:bodyPr lIns="90000" rIns="90000" tIns="45000" bIns="45000" anchor="ctr">
            <a:noAutofit/>
          </a:bodyPr>
          <a:p>
            <a:pPr algn="r">
              <a:lnSpc>
                <a:spcPct val="100000"/>
              </a:lnSpc>
            </a:pPr>
            <a:fld id="{0E811086-E7C2-49A1-A64F-E5DC18269CD6}" type="slidenum">
              <a:rPr b="0" lang="de-DE" sz="900" spc="-1" strike="noStrike">
                <a:solidFill>
                  <a:srgbClr val="ffffff"/>
                </a:solidFill>
                <a:latin typeface="Arial"/>
              </a:rPr>
              <a:t>1</a:t>
            </a:fld>
            <a:endParaRPr b="0" lang="de-DE" sz="900" spc="-1" strike="noStrike">
              <a:latin typeface="Times New Roman"/>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4" name="TextShape 1"/>
          <p:cNvSpPr txBox="1"/>
          <p:nvPr/>
        </p:nvSpPr>
        <p:spPr>
          <a:xfrm>
            <a:off x="457200" y="658440"/>
            <a:ext cx="8229240" cy="548280"/>
          </a:xfrm>
          <a:prstGeom prst="rect">
            <a:avLst/>
          </a:prstGeom>
          <a:noFill/>
          <a:ln>
            <a:noFill/>
          </a:ln>
        </p:spPr>
        <p:txBody>
          <a:bodyPr lIns="0" rIns="0" tIns="0" bIns="0" anchor="ctr">
            <a:noAutofit/>
          </a:bodyPr>
          <a:p>
            <a:pPr>
              <a:lnSpc>
                <a:spcPct val="100000"/>
              </a:lnSpc>
            </a:pPr>
            <a:r>
              <a:rPr b="1" lang="de-DE" sz="2400" spc="-1" strike="noStrike">
                <a:solidFill>
                  <a:srgbClr val="1a1a1a"/>
                </a:solidFill>
                <a:latin typeface="Arial"/>
              </a:rPr>
              <a:t>Projektphase</a:t>
            </a:r>
            <a:endParaRPr b="0" lang="de-DE" sz="2400" spc="-1" strike="noStrike">
              <a:solidFill>
                <a:srgbClr val="1a1a1a"/>
              </a:solidFill>
              <a:latin typeface="Arial"/>
            </a:endParaRPr>
          </a:p>
        </p:txBody>
      </p:sp>
      <p:sp>
        <p:nvSpPr>
          <p:cNvPr id="115" name="CustomShape 2"/>
          <p:cNvSpPr/>
          <p:nvPr/>
        </p:nvSpPr>
        <p:spPr>
          <a:xfrm>
            <a:off x="1188720" y="1371600"/>
            <a:ext cx="776880" cy="776880"/>
          </a:xfrm>
          <a:prstGeom prst="ellipse">
            <a:avLst/>
          </a:prstGeom>
          <a:solidFill>
            <a:schemeClr val="accent2"/>
          </a:solidFill>
          <a:ln w="12600">
            <a:solidFill>
              <a:schemeClr val="accent2"/>
            </a:solidFill>
            <a:round/>
          </a:ln>
        </p:spPr>
        <p:style>
          <a:lnRef idx="0"/>
          <a:fillRef idx="0"/>
          <a:effectRef idx="0"/>
          <a:fontRef idx="minor"/>
        </p:style>
      </p:sp>
      <p:pic>
        <p:nvPicPr>
          <p:cNvPr id="116" name="Aufgabe 1 Symbol" descr=""/>
          <p:cNvPicPr/>
          <p:nvPr/>
        </p:nvPicPr>
        <p:blipFill>
          <a:blip r:embed="rId1"/>
          <a:stretch/>
        </p:blipFill>
        <p:spPr>
          <a:xfrm>
            <a:off x="1383120" y="1566000"/>
            <a:ext cx="388440" cy="388440"/>
          </a:xfrm>
          <a:prstGeom prst="rect">
            <a:avLst/>
          </a:prstGeom>
          <a:ln>
            <a:noFill/>
          </a:ln>
        </p:spPr>
      </p:pic>
      <p:sp>
        <p:nvSpPr>
          <p:cNvPr id="117" name="CustomShape 3"/>
          <p:cNvSpPr/>
          <p:nvPr/>
        </p:nvSpPr>
        <p:spPr>
          <a:xfrm>
            <a:off x="502920" y="2212920"/>
            <a:ext cx="2148480" cy="365400"/>
          </a:xfrm>
          <a:prstGeom prst="rect">
            <a:avLst/>
          </a:prstGeom>
          <a:noFill/>
          <a:ln>
            <a:noFill/>
          </a:ln>
        </p:spPr>
        <p:style>
          <a:lnRef idx="0"/>
          <a:fillRef idx="0"/>
          <a:effectRef idx="0"/>
          <a:fontRef idx="minor"/>
        </p:style>
        <p:txBody>
          <a:bodyPr lIns="0" rIns="0" tIns="0" bIns="0" anchor="ctr">
            <a:noAutofit/>
          </a:bodyPr>
          <a:p>
            <a:pPr algn="ctr">
              <a:lnSpc>
                <a:spcPct val="100000"/>
              </a:lnSpc>
            </a:pPr>
            <a:r>
              <a:rPr b="1" lang="de-DE" sz="1700" spc="-1" strike="noStrike">
                <a:solidFill>
                  <a:srgbClr val="1a1a1a"/>
                </a:solidFill>
                <a:latin typeface="Arial"/>
              </a:rPr>
              <a:t>24 V DC</a:t>
            </a:r>
            <a:endParaRPr b="0" lang="de-DE" sz="1700" spc="-1" strike="noStrike">
              <a:latin typeface="Arial"/>
            </a:endParaRPr>
          </a:p>
        </p:txBody>
      </p:sp>
      <p:sp>
        <p:nvSpPr>
          <p:cNvPr id="118" name="CustomShape 4"/>
          <p:cNvSpPr/>
          <p:nvPr/>
        </p:nvSpPr>
        <p:spPr>
          <a:xfrm>
            <a:off x="502920" y="2560320"/>
            <a:ext cx="2148480" cy="292320"/>
          </a:xfrm>
          <a:prstGeom prst="rect">
            <a:avLst/>
          </a:prstGeom>
          <a:noFill/>
          <a:ln>
            <a:noFill/>
          </a:ln>
        </p:spPr>
        <p:style>
          <a:lnRef idx="0"/>
          <a:fillRef idx="0"/>
          <a:effectRef idx="0"/>
          <a:fontRef idx="minor"/>
        </p:style>
        <p:txBody>
          <a:bodyPr lIns="0" rIns="0" tIns="0" bIns="0" anchor="ctr">
            <a:noAutofit/>
          </a:bodyPr>
          <a:p>
            <a:pPr algn="ctr">
              <a:lnSpc>
                <a:spcPct val="100000"/>
              </a:lnSpc>
            </a:pPr>
            <a:r>
              <a:rPr b="0" lang="de-DE" sz="1300" spc="-1" strike="noStrike">
                <a:solidFill>
                  <a:srgbClr val="4b545c"/>
                </a:solidFill>
                <a:latin typeface="Arial"/>
              </a:rPr>
              <a:t>Labornetzteil</a:t>
            </a:r>
            <a:endParaRPr b="0" lang="de-DE" sz="1300" spc="-1" strike="noStrike">
              <a:latin typeface="Arial"/>
            </a:endParaRPr>
          </a:p>
        </p:txBody>
      </p:sp>
      <p:sp>
        <p:nvSpPr>
          <p:cNvPr id="119" name="CustomShape 5"/>
          <p:cNvSpPr/>
          <p:nvPr/>
        </p:nvSpPr>
        <p:spPr>
          <a:xfrm>
            <a:off x="4160520" y="1371600"/>
            <a:ext cx="776880" cy="776880"/>
          </a:xfrm>
          <a:prstGeom prst="ellipse">
            <a:avLst/>
          </a:prstGeom>
          <a:solidFill>
            <a:srgbClr val="000000"/>
          </a:solidFill>
          <a:ln w="12600">
            <a:solidFill>
              <a:srgbClr val="000000"/>
            </a:solidFill>
            <a:round/>
          </a:ln>
        </p:spPr>
        <p:style>
          <a:lnRef idx="0"/>
          <a:fillRef idx="0"/>
          <a:effectRef idx="0"/>
          <a:fontRef idx="minor"/>
        </p:style>
      </p:sp>
      <p:pic>
        <p:nvPicPr>
          <p:cNvPr id="120" name="Aufgabe 2 Symbol" descr=""/>
          <p:cNvPicPr/>
          <p:nvPr/>
        </p:nvPicPr>
        <p:blipFill>
          <a:blip r:embed="rId2"/>
          <a:stretch/>
        </p:blipFill>
        <p:spPr>
          <a:xfrm>
            <a:off x="4354920" y="1566000"/>
            <a:ext cx="388440" cy="388440"/>
          </a:xfrm>
          <a:prstGeom prst="rect">
            <a:avLst/>
          </a:prstGeom>
          <a:ln>
            <a:noFill/>
          </a:ln>
        </p:spPr>
      </p:pic>
      <p:sp>
        <p:nvSpPr>
          <p:cNvPr id="121" name="CustomShape 6"/>
          <p:cNvSpPr/>
          <p:nvPr/>
        </p:nvSpPr>
        <p:spPr>
          <a:xfrm>
            <a:off x="3474720" y="2212920"/>
            <a:ext cx="2148480" cy="365400"/>
          </a:xfrm>
          <a:prstGeom prst="rect">
            <a:avLst/>
          </a:prstGeom>
          <a:noFill/>
          <a:ln>
            <a:noFill/>
          </a:ln>
        </p:spPr>
        <p:style>
          <a:lnRef idx="0"/>
          <a:fillRef idx="0"/>
          <a:effectRef idx="0"/>
          <a:fontRef idx="minor"/>
        </p:style>
        <p:txBody>
          <a:bodyPr lIns="0" rIns="0" tIns="0" bIns="0" anchor="ctr">
            <a:noAutofit/>
          </a:bodyPr>
          <a:p>
            <a:pPr algn="ctr">
              <a:lnSpc>
                <a:spcPct val="100000"/>
              </a:lnSpc>
            </a:pPr>
            <a:r>
              <a:rPr b="1" lang="de-DE" sz="1700" spc="-1" strike="noStrike">
                <a:solidFill>
                  <a:srgbClr val="1a1a1a"/>
                </a:solidFill>
                <a:latin typeface="Arial"/>
              </a:rPr>
              <a:t>Wechselrichter</a:t>
            </a:r>
            <a:endParaRPr b="0" lang="de-DE" sz="1700" spc="-1" strike="noStrike">
              <a:latin typeface="Arial"/>
            </a:endParaRPr>
          </a:p>
        </p:txBody>
      </p:sp>
      <p:sp>
        <p:nvSpPr>
          <p:cNvPr id="122" name="CustomShape 7"/>
          <p:cNvSpPr/>
          <p:nvPr/>
        </p:nvSpPr>
        <p:spPr>
          <a:xfrm>
            <a:off x="3474720" y="2560320"/>
            <a:ext cx="2148480" cy="292320"/>
          </a:xfrm>
          <a:prstGeom prst="rect">
            <a:avLst/>
          </a:prstGeom>
          <a:noFill/>
          <a:ln>
            <a:noFill/>
          </a:ln>
        </p:spPr>
        <p:style>
          <a:lnRef idx="0"/>
          <a:fillRef idx="0"/>
          <a:effectRef idx="0"/>
          <a:fontRef idx="minor"/>
        </p:style>
        <p:txBody>
          <a:bodyPr lIns="0" rIns="0" tIns="0" bIns="0" anchor="ctr">
            <a:noAutofit/>
          </a:bodyPr>
          <a:p>
            <a:pPr algn="ctr">
              <a:lnSpc>
                <a:spcPct val="100000"/>
              </a:lnSpc>
            </a:pPr>
            <a:r>
              <a:rPr b="0" lang="de-DE" sz="1300" spc="-1" strike="noStrike">
                <a:solidFill>
                  <a:srgbClr val="4b545c"/>
                </a:solidFill>
                <a:latin typeface="Arial"/>
              </a:rPr>
              <a:t>STM32 + BTS7960</a:t>
            </a:r>
            <a:endParaRPr b="0" lang="de-DE" sz="1300" spc="-1" strike="noStrike">
              <a:latin typeface="Arial"/>
            </a:endParaRPr>
          </a:p>
        </p:txBody>
      </p:sp>
      <p:sp>
        <p:nvSpPr>
          <p:cNvPr id="123" name="CustomShape 8"/>
          <p:cNvSpPr/>
          <p:nvPr/>
        </p:nvSpPr>
        <p:spPr>
          <a:xfrm>
            <a:off x="7132320" y="1371600"/>
            <a:ext cx="776880" cy="776880"/>
          </a:xfrm>
          <a:prstGeom prst="ellipse">
            <a:avLst/>
          </a:prstGeom>
          <a:solidFill>
            <a:schemeClr val="accent1"/>
          </a:solidFill>
          <a:ln w="12600">
            <a:solidFill>
              <a:schemeClr val="accent1"/>
            </a:solidFill>
            <a:round/>
          </a:ln>
        </p:spPr>
        <p:style>
          <a:lnRef idx="0"/>
          <a:fillRef idx="0"/>
          <a:effectRef idx="0"/>
          <a:fontRef idx="minor"/>
        </p:style>
      </p:sp>
      <p:pic>
        <p:nvPicPr>
          <p:cNvPr id="124" name="Aufgabe 3 Symbol" descr=""/>
          <p:cNvPicPr/>
          <p:nvPr/>
        </p:nvPicPr>
        <p:blipFill>
          <a:blip r:embed="rId3"/>
          <a:stretch/>
        </p:blipFill>
        <p:spPr>
          <a:xfrm>
            <a:off x="7326720" y="1566000"/>
            <a:ext cx="388440" cy="388440"/>
          </a:xfrm>
          <a:prstGeom prst="rect">
            <a:avLst/>
          </a:prstGeom>
          <a:ln>
            <a:noFill/>
          </a:ln>
        </p:spPr>
      </p:pic>
      <p:sp>
        <p:nvSpPr>
          <p:cNvPr id="125" name="CustomShape 9"/>
          <p:cNvSpPr/>
          <p:nvPr/>
        </p:nvSpPr>
        <p:spPr>
          <a:xfrm>
            <a:off x="6446520" y="2212920"/>
            <a:ext cx="2148480" cy="365400"/>
          </a:xfrm>
          <a:prstGeom prst="rect">
            <a:avLst/>
          </a:prstGeom>
          <a:noFill/>
          <a:ln>
            <a:noFill/>
          </a:ln>
        </p:spPr>
        <p:style>
          <a:lnRef idx="0"/>
          <a:fillRef idx="0"/>
          <a:effectRef idx="0"/>
          <a:fontRef idx="minor"/>
        </p:style>
        <p:txBody>
          <a:bodyPr lIns="0" rIns="0" tIns="0" bIns="0" anchor="ctr">
            <a:noAutofit/>
          </a:bodyPr>
          <a:p>
            <a:pPr algn="ctr">
              <a:lnSpc>
                <a:spcPct val="100000"/>
              </a:lnSpc>
            </a:pPr>
            <a:r>
              <a:rPr b="1" lang="de-DE" sz="1700" spc="-1" strike="noStrike">
                <a:solidFill>
                  <a:srgbClr val="1a1a1a"/>
                </a:solidFill>
                <a:latin typeface="Arial"/>
              </a:rPr>
              <a:t>12 V AC, 50 Hz</a:t>
            </a:r>
            <a:endParaRPr b="0" lang="de-DE" sz="1700" spc="-1" strike="noStrike">
              <a:latin typeface="Arial"/>
            </a:endParaRPr>
          </a:p>
        </p:txBody>
      </p:sp>
      <p:sp>
        <p:nvSpPr>
          <p:cNvPr id="126" name="CustomShape 10"/>
          <p:cNvSpPr/>
          <p:nvPr/>
        </p:nvSpPr>
        <p:spPr>
          <a:xfrm>
            <a:off x="6446520" y="2560320"/>
            <a:ext cx="2148480" cy="292320"/>
          </a:xfrm>
          <a:prstGeom prst="rect">
            <a:avLst/>
          </a:prstGeom>
          <a:noFill/>
          <a:ln>
            <a:noFill/>
          </a:ln>
        </p:spPr>
        <p:style>
          <a:lnRef idx="0"/>
          <a:fillRef idx="0"/>
          <a:effectRef idx="0"/>
          <a:fontRef idx="minor"/>
        </p:style>
        <p:txBody>
          <a:bodyPr lIns="0" rIns="0" tIns="0" bIns="0" anchor="ctr">
            <a:noAutofit/>
          </a:bodyPr>
          <a:p>
            <a:pPr algn="ctr">
              <a:lnSpc>
                <a:spcPct val="100000"/>
              </a:lnSpc>
            </a:pPr>
            <a:r>
              <a:rPr b="0" lang="de-DE" sz="1300" spc="-1" strike="noStrike">
                <a:solidFill>
                  <a:srgbClr val="4b545c"/>
                </a:solidFill>
                <a:latin typeface="Arial"/>
              </a:rPr>
              <a:t>Lampe im Modellhaus</a:t>
            </a:r>
            <a:endParaRPr b="0" lang="de-DE" sz="1300" spc="-1" strike="noStrike">
              <a:latin typeface="Arial"/>
            </a:endParaRPr>
          </a:p>
        </p:txBody>
      </p:sp>
      <p:sp>
        <p:nvSpPr>
          <p:cNvPr id="127" name="Line 11"/>
          <p:cNvSpPr/>
          <p:nvPr/>
        </p:nvSpPr>
        <p:spPr>
          <a:xfrm>
            <a:off x="2148840" y="1755360"/>
            <a:ext cx="1828800" cy="0"/>
          </a:xfrm>
          <a:prstGeom prst="line">
            <a:avLst/>
          </a:prstGeom>
          <a:ln w="19080">
            <a:solidFill>
              <a:schemeClr val="accent2"/>
            </a:solidFill>
            <a:round/>
            <a:tailEnd len="med" type="triangle" w="med"/>
          </a:ln>
        </p:spPr>
        <p:style>
          <a:lnRef idx="0"/>
          <a:fillRef idx="0"/>
          <a:effectRef idx="0"/>
          <a:fontRef idx="minor"/>
        </p:style>
      </p:sp>
      <p:sp>
        <p:nvSpPr>
          <p:cNvPr id="128" name="Line 12"/>
          <p:cNvSpPr/>
          <p:nvPr/>
        </p:nvSpPr>
        <p:spPr>
          <a:xfrm>
            <a:off x="5120640" y="1755360"/>
            <a:ext cx="1828800" cy="0"/>
          </a:xfrm>
          <a:prstGeom prst="line">
            <a:avLst/>
          </a:prstGeom>
          <a:ln w="19080">
            <a:solidFill>
              <a:schemeClr val="accent2"/>
            </a:solidFill>
            <a:round/>
            <a:tailEnd len="med" type="triangle" w="med"/>
          </a:ln>
        </p:spPr>
        <p:style>
          <a:lnRef idx="0"/>
          <a:fillRef idx="0"/>
          <a:effectRef idx="0"/>
          <a:fontRef idx="minor"/>
        </p:style>
      </p:sp>
      <p:sp>
        <p:nvSpPr>
          <p:cNvPr id="129" name="CustomShape 13"/>
          <p:cNvSpPr/>
          <p:nvPr/>
        </p:nvSpPr>
        <p:spPr>
          <a:xfrm>
            <a:off x="457200" y="3108960"/>
            <a:ext cx="2559960" cy="1508400"/>
          </a:xfrm>
          <a:prstGeom prst="roundRect">
            <a:avLst>
              <a:gd name="adj" fmla="val 3636"/>
            </a:avLst>
          </a:prstGeom>
          <a:solidFill>
            <a:srgbClr val="eff2f0"/>
          </a:solidFill>
          <a:ln w="12600">
            <a:solidFill>
              <a:srgbClr val="eff2f0"/>
            </a:solidFill>
            <a:round/>
          </a:ln>
        </p:spPr>
        <p:style>
          <a:lnRef idx="0"/>
          <a:fillRef idx="0"/>
          <a:effectRef idx="0"/>
          <a:fontRef idx="minor"/>
        </p:style>
      </p:sp>
      <p:sp>
        <p:nvSpPr>
          <p:cNvPr id="130" name="CustomShape 14"/>
          <p:cNvSpPr/>
          <p:nvPr/>
        </p:nvSpPr>
        <p:spPr>
          <a:xfrm>
            <a:off x="640080" y="3246120"/>
            <a:ext cx="2194200" cy="347040"/>
          </a:xfrm>
          <a:prstGeom prst="rect">
            <a:avLst/>
          </a:prstGeom>
          <a:noFill/>
          <a:ln>
            <a:noFill/>
          </a:ln>
        </p:spPr>
        <p:style>
          <a:lnRef idx="0"/>
          <a:fillRef idx="0"/>
          <a:effectRef idx="0"/>
          <a:fontRef idx="minor"/>
        </p:style>
        <p:txBody>
          <a:bodyPr lIns="0" rIns="0" tIns="0" bIns="0" anchor="ctr">
            <a:noAutofit/>
          </a:bodyPr>
          <a:p>
            <a:pPr>
              <a:lnSpc>
                <a:spcPct val="100000"/>
              </a:lnSpc>
            </a:pPr>
            <a:r>
              <a:rPr b="1" lang="de-DE" sz="1500" spc="-1" strike="noStrike">
                <a:solidFill>
                  <a:srgbClr val="1a1a1a"/>
                </a:solidFill>
                <a:latin typeface="Arial"/>
              </a:rPr>
              <a:t>Sinusförmig</a:t>
            </a:r>
            <a:endParaRPr b="0" lang="de-DE" sz="1500" spc="-1" strike="noStrike">
              <a:latin typeface="Arial"/>
            </a:endParaRPr>
          </a:p>
        </p:txBody>
      </p:sp>
      <p:sp>
        <p:nvSpPr>
          <p:cNvPr id="131" name="CustomShape 15"/>
          <p:cNvSpPr/>
          <p:nvPr/>
        </p:nvSpPr>
        <p:spPr>
          <a:xfrm>
            <a:off x="640080" y="3611880"/>
            <a:ext cx="2194200" cy="914040"/>
          </a:xfrm>
          <a:prstGeom prst="rect">
            <a:avLst/>
          </a:prstGeom>
          <a:noFill/>
          <a:ln>
            <a:noFill/>
          </a:ln>
        </p:spPr>
        <p:style>
          <a:lnRef idx="0"/>
          <a:fillRef idx="0"/>
          <a:effectRef idx="0"/>
          <a:fontRef idx="minor"/>
        </p:style>
        <p:txBody>
          <a:bodyPr lIns="0" rIns="0" tIns="0" bIns="0">
            <a:noAutofit/>
          </a:bodyPr>
          <a:p>
            <a:pPr>
              <a:lnSpc>
                <a:spcPct val="100000"/>
              </a:lnSpc>
            </a:pPr>
            <a:r>
              <a:rPr b="0" lang="de-DE" sz="1300" spc="-1" strike="noStrike">
                <a:solidFill>
                  <a:srgbClr val="1a1a1a"/>
                </a:solidFill>
                <a:latin typeface="Arial"/>
              </a:rPr>
              <a:t>Echte Sinusspannung statt Rechteck, wie im Hausnetz</a:t>
            </a:r>
            <a:endParaRPr b="0" lang="de-DE" sz="1300" spc="-1" strike="noStrike">
              <a:latin typeface="Arial"/>
            </a:endParaRPr>
          </a:p>
        </p:txBody>
      </p:sp>
      <p:sp>
        <p:nvSpPr>
          <p:cNvPr id="132" name="CustomShape 16"/>
          <p:cNvSpPr/>
          <p:nvPr/>
        </p:nvSpPr>
        <p:spPr>
          <a:xfrm>
            <a:off x="3291840" y="3108960"/>
            <a:ext cx="2559960" cy="1508400"/>
          </a:xfrm>
          <a:prstGeom prst="roundRect">
            <a:avLst>
              <a:gd name="adj" fmla="val 3636"/>
            </a:avLst>
          </a:prstGeom>
          <a:solidFill>
            <a:srgbClr val="eff2f0"/>
          </a:solidFill>
          <a:ln w="12600">
            <a:solidFill>
              <a:srgbClr val="eff2f0"/>
            </a:solidFill>
            <a:round/>
          </a:ln>
        </p:spPr>
        <p:style>
          <a:lnRef idx="0"/>
          <a:fillRef idx="0"/>
          <a:effectRef idx="0"/>
          <a:fontRef idx="minor"/>
        </p:style>
      </p:sp>
      <p:sp>
        <p:nvSpPr>
          <p:cNvPr id="133" name="CustomShape 17"/>
          <p:cNvSpPr/>
          <p:nvPr/>
        </p:nvSpPr>
        <p:spPr>
          <a:xfrm>
            <a:off x="3474720" y="3246120"/>
            <a:ext cx="2194200" cy="347040"/>
          </a:xfrm>
          <a:prstGeom prst="rect">
            <a:avLst/>
          </a:prstGeom>
          <a:noFill/>
          <a:ln>
            <a:noFill/>
          </a:ln>
        </p:spPr>
        <p:style>
          <a:lnRef idx="0"/>
          <a:fillRef idx="0"/>
          <a:effectRef idx="0"/>
          <a:fontRef idx="minor"/>
        </p:style>
        <p:txBody>
          <a:bodyPr lIns="0" rIns="0" tIns="0" bIns="0" anchor="ctr">
            <a:noAutofit/>
          </a:bodyPr>
          <a:p>
            <a:pPr>
              <a:lnSpc>
                <a:spcPct val="100000"/>
              </a:lnSpc>
            </a:pPr>
            <a:r>
              <a:rPr b="1" lang="de-DE" sz="1500" spc="-1" strike="noStrike">
                <a:solidFill>
                  <a:srgbClr val="1a1a1a"/>
                </a:solidFill>
                <a:latin typeface="Arial"/>
              </a:rPr>
              <a:t>Passend zur Lampe</a:t>
            </a:r>
            <a:endParaRPr b="0" lang="de-DE" sz="1500" spc="-1" strike="noStrike">
              <a:latin typeface="Arial"/>
            </a:endParaRPr>
          </a:p>
        </p:txBody>
      </p:sp>
      <p:sp>
        <p:nvSpPr>
          <p:cNvPr id="134" name="CustomShape 18"/>
          <p:cNvSpPr/>
          <p:nvPr/>
        </p:nvSpPr>
        <p:spPr>
          <a:xfrm>
            <a:off x="3474720" y="3611880"/>
            <a:ext cx="2194200" cy="914040"/>
          </a:xfrm>
          <a:prstGeom prst="rect">
            <a:avLst/>
          </a:prstGeom>
          <a:noFill/>
          <a:ln>
            <a:noFill/>
          </a:ln>
        </p:spPr>
        <p:style>
          <a:lnRef idx="0"/>
          <a:fillRef idx="0"/>
          <a:effectRef idx="0"/>
          <a:fontRef idx="minor"/>
        </p:style>
        <p:txBody>
          <a:bodyPr lIns="0" rIns="0" tIns="0" bIns="0">
            <a:noAutofit/>
          </a:bodyPr>
          <a:p>
            <a:pPr>
              <a:lnSpc>
                <a:spcPct val="100000"/>
              </a:lnSpc>
            </a:pPr>
            <a:r>
              <a:rPr b="0" lang="de-DE" sz="1300" spc="-1" strike="noStrike">
                <a:solidFill>
                  <a:srgbClr val="1a1a1a"/>
                </a:solidFill>
                <a:latin typeface="Arial"/>
              </a:rPr>
              <a:t>Die 12-V-Lampe mit 1,2 W soll genau ihre Nennleistung erhalten</a:t>
            </a:r>
            <a:endParaRPr b="0" lang="de-DE" sz="1300" spc="-1" strike="noStrike">
              <a:latin typeface="Arial"/>
            </a:endParaRPr>
          </a:p>
        </p:txBody>
      </p:sp>
      <p:sp>
        <p:nvSpPr>
          <p:cNvPr id="135" name="CustomShape 19"/>
          <p:cNvSpPr/>
          <p:nvPr/>
        </p:nvSpPr>
        <p:spPr>
          <a:xfrm>
            <a:off x="6126480" y="3108960"/>
            <a:ext cx="2559960" cy="1508400"/>
          </a:xfrm>
          <a:prstGeom prst="roundRect">
            <a:avLst>
              <a:gd name="adj" fmla="val 3636"/>
            </a:avLst>
          </a:prstGeom>
          <a:solidFill>
            <a:srgbClr val="eff2f0"/>
          </a:solidFill>
          <a:ln w="12600">
            <a:solidFill>
              <a:srgbClr val="eff2f0"/>
            </a:solidFill>
            <a:round/>
          </a:ln>
        </p:spPr>
        <p:style>
          <a:lnRef idx="0"/>
          <a:fillRef idx="0"/>
          <a:effectRef idx="0"/>
          <a:fontRef idx="minor"/>
        </p:style>
      </p:sp>
      <p:sp>
        <p:nvSpPr>
          <p:cNvPr id="136" name="CustomShape 20"/>
          <p:cNvSpPr/>
          <p:nvPr/>
        </p:nvSpPr>
        <p:spPr>
          <a:xfrm>
            <a:off x="6309360" y="3246120"/>
            <a:ext cx="2194200" cy="347040"/>
          </a:xfrm>
          <a:prstGeom prst="rect">
            <a:avLst/>
          </a:prstGeom>
          <a:noFill/>
          <a:ln>
            <a:noFill/>
          </a:ln>
        </p:spPr>
        <p:style>
          <a:lnRef idx="0"/>
          <a:fillRef idx="0"/>
          <a:effectRef idx="0"/>
          <a:fontRef idx="minor"/>
        </p:style>
        <p:txBody>
          <a:bodyPr lIns="0" rIns="0" tIns="0" bIns="0" anchor="ctr">
            <a:noAutofit/>
          </a:bodyPr>
          <a:p>
            <a:pPr>
              <a:lnSpc>
                <a:spcPct val="100000"/>
              </a:lnSpc>
            </a:pPr>
            <a:r>
              <a:rPr b="1" lang="de-DE" sz="1500" spc="-1" strike="noStrike">
                <a:solidFill>
                  <a:srgbClr val="1a1a1a"/>
                </a:solidFill>
                <a:latin typeface="Arial"/>
              </a:rPr>
              <a:t>Gemessen</a:t>
            </a:r>
            <a:endParaRPr b="0" lang="de-DE" sz="1500" spc="-1" strike="noStrike">
              <a:latin typeface="Arial"/>
            </a:endParaRPr>
          </a:p>
        </p:txBody>
      </p:sp>
      <p:sp>
        <p:nvSpPr>
          <p:cNvPr id="137" name="CustomShape 21"/>
          <p:cNvSpPr/>
          <p:nvPr/>
        </p:nvSpPr>
        <p:spPr>
          <a:xfrm>
            <a:off x="6309360" y="3611880"/>
            <a:ext cx="2194200" cy="914040"/>
          </a:xfrm>
          <a:prstGeom prst="rect">
            <a:avLst/>
          </a:prstGeom>
          <a:noFill/>
          <a:ln>
            <a:noFill/>
          </a:ln>
        </p:spPr>
        <p:style>
          <a:lnRef idx="0"/>
          <a:fillRef idx="0"/>
          <a:effectRef idx="0"/>
          <a:fontRef idx="minor"/>
        </p:style>
        <p:txBody>
          <a:bodyPr lIns="0" rIns="0" tIns="0" bIns="0">
            <a:noAutofit/>
          </a:bodyPr>
          <a:p>
            <a:pPr>
              <a:lnSpc>
                <a:spcPct val="100000"/>
              </a:lnSpc>
            </a:pPr>
            <a:r>
              <a:rPr b="0" lang="de-DE" sz="1300" spc="-1" strike="noStrike">
                <a:solidFill>
                  <a:srgbClr val="1a1a1a"/>
                </a:solidFill>
                <a:latin typeface="Arial"/>
              </a:rPr>
              <a:t>Strom, Spannung und Frequenz werden im STM32 erfasst</a:t>
            </a:r>
            <a:endParaRPr b="0" lang="de-DE" sz="1300" spc="-1" strike="noStrike">
              <a:latin typeface="Arial"/>
            </a:endParaRPr>
          </a:p>
        </p:txBody>
      </p:sp>
      <p:sp>
        <p:nvSpPr>
          <p:cNvPr id="138" name="TextShape 22"/>
          <p:cNvSpPr txBox="1"/>
          <p:nvPr/>
        </p:nvSpPr>
        <p:spPr>
          <a:xfrm>
            <a:off x="8321040" y="4869360"/>
            <a:ext cx="456840" cy="273960"/>
          </a:xfrm>
          <a:prstGeom prst="rect">
            <a:avLst/>
          </a:prstGeom>
          <a:noFill/>
          <a:ln>
            <a:noFill/>
          </a:ln>
        </p:spPr>
        <p:txBody>
          <a:bodyPr lIns="90000" rIns="90000" tIns="45000" bIns="45000" anchor="ctr">
            <a:noAutofit/>
          </a:bodyPr>
          <a:p>
            <a:pPr algn="r">
              <a:lnSpc>
                <a:spcPct val="100000"/>
              </a:lnSpc>
            </a:pPr>
            <a:fld id="{453860B7-BB98-4BBD-AB60-3106F9C566CD}" type="slidenum">
              <a:rPr b="0" lang="de-DE" sz="900" spc="-1" strike="noStrike">
                <a:solidFill>
                  <a:srgbClr val="ffffff"/>
                </a:solidFill>
                <a:latin typeface="Arial"/>
              </a:rPr>
              <a:t>1</a:t>
            </a:fld>
            <a:endParaRPr b="0" lang="de-DE" sz="900" spc="-1" strike="noStrike">
              <a:latin typeface="Times New Roman"/>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9" name="TextShape 1"/>
          <p:cNvSpPr txBox="1"/>
          <p:nvPr/>
        </p:nvSpPr>
        <p:spPr>
          <a:xfrm>
            <a:off x="457200" y="658440"/>
            <a:ext cx="8229240" cy="548280"/>
          </a:xfrm>
          <a:prstGeom prst="rect">
            <a:avLst/>
          </a:prstGeom>
          <a:noFill/>
          <a:ln>
            <a:noFill/>
          </a:ln>
        </p:spPr>
        <p:txBody>
          <a:bodyPr lIns="0" rIns="0" tIns="0" bIns="0" anchor="ctr">
            <a:noAutofit/>
          </a:bodyPr>
          <a:p>
            <a:pPr>
              <a:lnSpc>
                <a:spcPct val="100000"/>
              </a:lnSpc>
            </a:pPr>
            <a:r>
              <a:rPr b="1" lang="de-DE" sz="2400" spc="-1" strike="noStrike">
                <a:solidFill>
                  <a:srgbClr val="1a1a1a"/>
                </a:solidFill>
                <a:latin typeface="Arial"/>
              </a:rPr>
              <a:t>Wechselrichter für ein Modellhaus</a:t>
            </a:r>
            <a:endParaRPr b="0" lang="de-DE" sz="2400" spc="-1" strike="noStrike">
              <a:solidFill>
                <a:srgbClr val="1a1a1a"/>
              </a:solidFill>
              <a:latin typeface="Arial"/>
            </a:endParaRPr>
          </a:p>
        </p:txBody>
      </p:sp>
      <p:sp>
        <p:nvSpPr>
          <p:cNvPr id="140" name="CustomShape 2"/>
          <p:cNvSpPr/>
          <p:nvPr/>
        </p:nvSpPr>
        <p:spPr>
          <a:xfrm>
            <a:off x="457200" y="1417320"/>
            <a:ext cx="1782720" cy="776880"/>
          </a:xfrm>
          <a:prstGeom prst="roundRect">
            <a:avLst>
              <a:gd name="adj" fmla="val 7059"/>
            </a:avLst>
          </a:prstGeom>
          <a:solidFill>
            <a:srgbClr val="eff2f0"/>
          </a:solidFill>
          <a:ln w="12600">
            <a:solidFill>
              <a:srgbClr val="a9b1b6"/>
            </a:solidFill>
            <a:round/>
          </a:ln>
        </p:spPr>
        <p:style>
          <a:lnRef idx="0"/>
          <a:fillRef idx="0"/>
          <a:effectRef idx="0"/>
          <a:fontRef idx="minor"/>
        </p:style>
      </p:sp>
      <p:sp>
        <p:nvSpPr>
          <p:cNvPr id="141" name="CustomShape 3"/>
          <p:cNvSpPr/>
          <p:nvPr/>
        </p:nvSpPr>
        <p:spPr>
          <a:xfrm>
            <a:off x="457200" y="1417320"/>
            <a:ext cx="1782720" cy="776880"/>
          </a:xfrm>
          <a:prstGeom prst="rect">
            <a:avLst/>
          </a:prstGeom>
          <a:noFill/>
          <a:ln>
            <a:noFill/>
          </a:ln>
        </p:spPr>
        <p:style>
          <a:lnRef idx="0"/>
          <a:fillRef idx="0"/>
          <a:effectRef idx="0"/>
          <a:fontRef idx="minor"/>
        </p:style>
        <p:txBody>
          <a:bodyPr lIns="0" rIns="0" tIns="0" bIns="0" anchor="ctr">
            <a:noAutofit/>
          </a:bodyPr>
          <a:p>
            <a:pPr algn="ctr">
              <a:lnSpc>
                <a:spcPct val="100000"/>
              </a:lnSpc>
            </a:pPr>
            <a:r>
              <a:rPr b="1" lang="de-DE" sz="1400" spc="-1" strike="noStrike">
                <a:solidFill>
                  <a:srgbClr val="1a1a1a"/>
                </a:solidFill>
                <a:latin typeface="Arial"/>
              </a:rPr>
              <a:t>Netzteil</a:t>
            </a:r>
            <a:endParaRPr b="0" lang="de-DE" sz="1400" spc="-1" strike="noStrike">
              <a:latin typeface="Arial"/>
            </a:endParaRPr>
          </a:p>
          <a:p>
            <a:pPr algn="ctr">
              <a:lnSpc>
                <a:spcPct val="100000"/>
              </a:lnSpc>
            </a:pPr>
            <a:r>
              <a:rPr b="0" lang="de-DE" sz="1100" spc="-1" strike="noStrike">
                <a:solidFill>
                  <a:srgbClr val="4b545c"/>
                </a:solidFill>
                <a:latin typeface="Arial"/>
              </a:rPr>
              <a:t>24 V DC</a:t>
            </a:r>
            <a:endParaRPr b="0" lang="de-DE" sz="1100" spc="-1" strike="noStrike">
              <a:latin typeface="Arial"/>
            </a:endParaRPr>
          </a:p>
        </p:txBody>
      </p:sp>
      <p:sp>
        <p:nvSpPr>
          <p:cNvPr id="142" name="Line 4"/>
          <p:cNvSpPr/>
          <p:nvPr/>
        </p:nvSpPr>
        <p:spPr>
          <a:xfrm>
            <a:off x="2240280" y="1805760"/>
            <a:ext cx="365760" cy="0"/>
          </a:xfrm>
          <a:prstGeom prst="line">
            <a:avLst/>
          </a:prstGeom>
          <a:ln w="19080">
            <a:solidFill>
              <a:schemeClr val="accent2"/>
            </a:solidFill>
            <a:round/>
            <a:tailEnd len="med" type="triangle" w="med"/>
          </a:ln>
        </p:spPr>
        <p:style>
          <a:lnRef idx="0"/>
          <a:fillRef idx="0"/>
          <a:effectRef idx="0"/>
          <a:fontRef idx="minor"/>
        </p:style>
      </p:sp>
      <p:sp>
        <p:nvSpPr>
          <p:cNvPr id="143" name="CustomShape 5"/>
          <p:cNvSpPr/>
          <p:nvPr/>
        </p:nvSpPr>
        <p:spPr>
          <a:xfrm>
            <a:off x="2606040" y="1417320"/>
            <a:ext cx="1782720" cy="776880"/>
          </a:xfrm>
          <a:prstGeom prst="roundRect">
            <a:avLst>
              <a:gd name="adj" fmla="val 7059"/>
            </a:avLst>
          </a:prstGeom>
          <a:solidFill>
            <a:srgbClr val="eff2f0"/>
          </a:solidFill>
          <a:ln w="12600">
            <a:solidFill>
              <a:srgbClr val="a9b1b6"/>
            </a:solidFill>
            <a:round/>
          </a:ln>
        </p:spPr>
        <p:style>
          <a:lnRef idx="0"/>
          <a:fillRef idx="0"/>
          <a:effectRef idx="0"/>
          <a:fontRef idx="minor"/>
        </p:style>
      </p:sp>
      <p:sp>
        <p:nvSpPr>
          <p:cNvPr id="144" name="CustomShape 6"/>
          <p:cNvSpPr/>
          <p:nvPr/>
        </p:nvSpPr>
        <p:spPr>
          <a:xfrm>
            <a:off x="2606040" y="1417320"/>
            <a:ext cx="1782720" cy="776880"/>
          </a:xfrm>
          <a:prstGeom prst="rect">
            <a:avLst/>
          </a:prstGeom>
          <a:noFill/>
          <a:ln>
            <a:noFill/>
          </a:ln>
        </p:spPr>
        <p:style>
          <a:lnRef idx="0"/>
          <a:fillRef idx="0"/>
          <a:effectRef idx="0"/>
          <a:fontRef idx="minor"/>
        </p:style>
        <p:txBody>
          <a:bodyPr lIns="0" rIns="0" tIns="0" bIns="0" anchor="ctr">
            <a:noAutofit/>
          </a:bodyPr>
          <a:p>
            <a:pPr algn="ctr">
              <a:lnSpc>
                <a:spcPct val="100000"/>
              </a:lnSpc>
            </a:pPr>
            <a:r>
              <a:rPr b="1" lang="de-DE" sz="1400" spc="-1" strike="noStrike">
                <a:solidFill>
                  <a:srgbClr val="1a1a1a"/>
                </a:solidFill>
                <a:latin typeface="Arial"/>
              </a:rPr>
              <a:t>BTS7960</a:t>
            </a:r>
            <a:endParaRPr b="0" lang="de-DE" sz="1400" spc="-1" strike="noStrike">
              <a:latin typeface="Arial"/>
            </a:endParaRPr>
          </a:p>
          <a:p>
            <a:pPr algn="ctr">
              <a:lnSpc>
                <a:spcPct val="100000"/>
              </a:lnSpc>
            </a:pPr>
            <a:r>
              <a:rPr b="0" lang="de-DE" sz="1100" spc="-1" strike="noStrike">
                <a:solidFill>
                  <a:srgbClr val="4b545c"/>
                </a:solidFill>
                <a:latin typeface="Arial"/>
              </a:rPr>
              <a:t>H-Brücke, 10 kHz</a:t>
            </a:r>
            <a:endParaRPr b="0" lang="de-DE" sz="1100" spc="-1" strike="noStrike">
              <a:latin typeface="Arial"/>
            </a:endParaRPr>
          </a:p>
        </p:txBody>
      </p:sp>
      <p:sp>
        <p:nvSpPr>
          <p:cNvPr id="145" name="Line 7"/>
          <p:cNvSpPr/>
          <p:nvPr/>
        </p:nvSpPr>
        <p:spPr>
          <a:xfrm>
            <a:off x="4389120" y="1805760"/>
            <a:ext cx="365760" cy="0"/>
          </a:xfrm>
          <a:prstGeom prst="line">
            <a:avLst/>
          </a:prstGeom>
          <a:ln w="19080">
            <a:solidFill>
              <a:schemeClr val="accent2"/>
            </a:solidFill>
            <a:round/>
            <a:tailEnd len="med" type="triangle" w="med"/>
          </a:ln>
        </p:spPr>
        <p:style>
          <a:lnRef idx="0"/>
          <a:fillRef idx="0"/>
          <a:effectRef idx="0"/>
          <a:fontRef idx="minor"/>
        </p:style>
      </p:sp>
      <p:sp>
        <p:nvSpPr>
          <p:cNvPr id="146" name="CustomShape 8"/>
          <p:cNvSpPr/>
          <p:nvPr/>
        </p:nvSpPr>
        <p:spPr>
          <a:xfrm>
            <a:off x="4754880" y="1417320"/>
            <a:ext cx="1782720" cy="776880"/>
          </a:xfrm>
          <a:prstGeom prst="roundRect">
            <a:avLst>
              <a:gd name="adj" fmla="val 7059"/>
            </a:avLst>
          </a:prstGeom>
          <a:solidFill>
            <a:srgbClr val="eff2f0"/>
          </a:solidFill>
          <a:ln w="12600">
            <a:solidFill>
              <a:srgbClr val="a9b1b6"/>
            </a:solidFill>
            <a:round/>
          </a:ln>
        </p:spPr>
        <p:style>
          <a:lnRef idx="0"/>
          <a:fillRef idx="0"/>
          <a:effectRef idx="0"/>
          <a:fontRef idx="minor"/>
        </p:style>
      </p:sp>
      <p:sp>
        <p:nvSpPr>
          <p:cNvPr id="147" name="CustomShape 9"/>
          <p:cNvSpPr/>
          <p:nvPr/>
        </p:nvSpPr>
        <p:spPr>
          <a:xfrm>
            <a:off x="4754880" y="1417320"/>
            <a:ext cx="1782720" cy="776880"/>
          </a:xfrm>
          <a:prstGeom prst="rect">
            <a:avLst/>
          </a:prstGeom>
          <a:noFill/>
          <a:ln>
            <a:noFill/>
          </a:ln>
        </p:spPr>
        <p:style>
          <a:lnRef idx="0"/>
          <a:fillRef idx="0"/>
          <a:effectRef idx="0"/>
          <a:fontRef idx="minor"/>
        </p:style>
        <p:txBody>
          <a:bodyPr lIns="0" rIns="0" tIns="0" bIns="0" anchor="ctr">
            <a:noAutofit/>
          </a:bodyPr>
          <a:p>
            <a:pPr algn="ctr">
              <a:lnSpc>
                <a:spcPct val="100000"/>
              </a:lnSpc>
            </a:pPr>
            <a:r>
              <a:rPr b="1" lang="de-DE" sz="1400" spc="-1" strike="noStrike">
                <a:solidFill>
                  <a:srgbClr val="1a1a1a"/>
                </a:solidFill>
                <a:latin typeface="Arial"/>
              </a:rPr>
              <a:t>LC-Filter</a:t>
            </a:r>
            <a:endParaRPr b="0" lang="de-DE" sz="1400" spc="-1" strike="noStrike">
              <a:latin typeface="Arial"/>
            </a:endParaRPr>
          </a:p>
          <a:p>
            <a:pPr algn="ctr">
              <a:lnSpc>
                <a:spcPct val="100000"/>
              </a:lnSpc>
            </a:pPr>
            <a:r>
              <a:rPr b="0" lang="de-DE" sz="1100" spc="-1" strike="noStrike">
                <a:solidFill>
                  <a:srgbClr val="4b545c"/>
                </a:solidFill>
                <a:latin typeface="Arial"/>
              </a:rPr>
              <a:t>1 mH + 7 µF</a:t>
            </a:r>
            <a:endParaRPr b="0" lang="de-DE" sz="1100" spc="-1" strike="noStrike">
              <a:latin typeface="Arial"/>
            </a:endParaRPr>
          </a:p>
        </p:txBody>
      </p:sp>
      <p:sp>
        <p:nvSpPr>
          <p:cNvPr id="148" name="Line 10"/>
          <p:cNvSpPr/>
          <p:nvPr/>
        </p:nvSpPr>
        <p:spPr>
          <a:xfrm>
            <a:off x="6537960" y="1805760"/>
            <a:ext cx="365760" cy="0"/>
          </a:xfrm>
          <a:prstGeom prst="line">
            <a:avLst/>
          </a:prstGeom>
          <a:ln w="19080">
            <a:solidFill>
              <a:schemeClr val="accent2"/>
            </a:solidFill>
            <a:round/>
            <a:tailEnd len="med" type="triangle" w="med"/>
          </a:ln>
        </p:spPr>
        <p:style>
          <a:lnRef idx="0"/>
          <a:fillRef idx="0"/>
          <a:effectRef idx="0"/>
          <a:fontRef idx="minor"/>
        </p:style>
      </p:sp>
      <p:sp>
        <p:nvSpPr>
          <p:cNvPr id="149" name="CustomShape 11"/>
          <p:cNvSpPr/>
          <p:nvPr/>
        </p:nvSpPr>
        <p:spPr>
          <a:xfrm>
            <a:off x="6903720" y="1417320"/>
            <a:ext cx="1782720" cy="776880"/>
          </a:xfrm>
          <a:prstGeom prst="roundRect">
            <a:avLst>
              <a:gd name="adj" fmla="val 7059"/>
            </a:avLst>
          </a:prstGeom>
          <a:solidFill>
            <a:srgbClr val="fff4d6"/>
          </a:solidFill>
          <a:ln w="12600">
            <a:solidFill>
              <a:srgbClr val="f2a900"/>
            </a:solidFill>
            <a:round/>
          </a:ln>
        </p:spPr>
        <p:style>
          <a:lnRef idx="0"/>
          <a:fillRef idx="0"/>
          <a:effectRef idx="0"/>
          <a:fontRef idx="minor"/>
        </p:style>
      </p:sp>
      <p:sp>
        <p:nvSpPr>
          <p:cNvPr id="150" name="CustomShape 12"/>
          <p:cNvSpPr/>
          <p:nvPr/>
        </p:nvSpPr>
        <p:spPr>
          <a:xfrm>
            <a:off x="6903720" y="1417320"/>
            <a:ext cx="1782720" cy="776880"/>
          </a:xfrm>
          <a:prstGeom prst="rect">
            <a:avLst/>
          </a:prstGeom>
          <a:noFill/>
          <a:ln>
            <a:noFill/>
          </a:ln>
        </p:spPr>
        <p:style>
          <a:lnRef idx="0"/>
          <a:fillRef idx="0"/>
          <a:effectRef idx="0"/>
          <a:fontRef idx="minor"/>
        </p:style>
        <p:txBody>
          <a:bodyPr lIns="0" rIns="0" tIns="0" bIns="0" anchor="ctr">
            <a:noAutofit/>
          </a:bodyPr>
          <a:p>
            <a:pPr algn="ctr">
              <a:lnSpc>
                <a:spcPct val="100000"/>
              </a:lnSpc>
            </a:pPr>
            <a:r>
              <a:rPr b="1" lang="de-DE" sz="1400" spc="-1" strike="noStrike">
                <a:solidFill>
                  <a:srgbClr val="1a1a1a"/>
                </a:solidFill>
                <a:latin typeface="Arial"/>
              </a:rPr>
              <a:t>Lampe</a:t>
            </a:r>
            <a:endParaRPr b="0" lang="de-DE" sz="1400" spc="-1" strike="noStrike">
              <a:latin typeface="Arial"/>
            </a:endParaRPr>
          </a:p>
          <a:p>
            <a:pPr algn="ctr">
              <a:lnSpc>
                <a:spcPct val="100000"/>
              </a:lnSpc>
            </a:pPr>
            <a:r>
              <a:rPr b="0" lang="de-DE" sz="1100" spc="-1" strike="noStrike">
                <a:solidFill>
                  <a:srgbClr val="4b545c"/>
                </a:solidFill>
                <a:latin typeface="Arial"/>
              </a:rPr>
              <a:t>12 V~, 1,2 W</a:t>
            </a:r>
            <a:endParaRPr b="0" lang="de-DE" sz="1100" spc="-1" strike="noStrike">
              <a:latin typeface="Arial"/>
            </a:endParaRPr>
          </a:p>
        </p:txBody>
      </p:sp>
      <p:sp>
        <p:nvSpPr>
          <p:cNvPr id="151" name="CustomShape 13"/>
          <p:cNvSpPr/>
          <p:nvPr/>
        </p:nvSpPr>
        <p:spPr>
          <a:xfrm>
            <a:off x="2606040" y="3063240"/>
            <a:ext cx="1782720" cy="776880"/>
          </a:xfrm>
          <a:prstGeom prst="roundRect">
            <a:avLst>
              <a:gd name="adj" fmla="val 7059"/>
            </a:avLst>
          </a:prstGeom>
          <a:solidFill>
            <a:srgbClr val="eaf4da"/>
          </a:solidFill>
          <a:ln w="12600">
            <a:solidFill>
              <a:srgbClr val="80ba24"/>
            </a:solidFill>
            <a:round/>
          </a:ln>
        </p:spPr>
        <p:style>
          <a:lnRef idx="0"/>
          <a:fillRef idx="0"/>
          <a:effectRef idx="0"/>
          <a:fontRef idx="minor"/>
        </p:style>
      </p:sp>
      <p:sp>
        <p:nvSpPr>
          <p:cNvPr id="152" name="CustomShape 14"/>
          <p:cNvSpPr/>
          <p:nvPr/>
        </p:nvSpPr>
        <p:spPr>
          <a:xfrm>
            <a:off x="2606040" y="3063240"/>
            <a:ext cx="1782720" cy="776880"/>
          </a:xfrm>
          <a:prstGeom prst="rect">
            <a:avLst/>
          </a:prstGeom>
          <a:noFill/>
          <a:ln>
            <a:noFill/>
          </a:ln>
        </p:spPr>
        <p:style>
          <a:lnRef idx="0"/>
          <a:fillRef idx="0"/>
          <a:effectRef idx="0"/>
          <a:fontRef idx="minor"/>
        </p:style>
        <p:txBody>
          <a:bodyPr lIns="0" rIns="0" tIns="0" bIns="0" anchor="ctr">
            <a:noAutofit/>
          </a:bodyPr>
          <a:p>
            <a:pPr algn="ctr">
              <a:lnSpc>
                <a:spcPct val="100000"/>
              </a:lnSpc>
            </a:pPr>
            <a:r>
              <a:rPr b="1" lang="de-DE" sz="1400" spc="-1" strike="noStrike">
                <a:solidFill>
                  <a:srgbClr val="1a1a1a"/>
                </a:solidFill>
                <a:latin typeface="Arial"/>
              </a:rPr>
              <a:t>STM32F407</a:t>
            </a:r>
            <a:endParaRPr b="0" lang="de-DE" sz="1400" spc="-1" strike="noStrike">
              <a:latin typeface="Arial"/>
            </a:endParaRPr>
          </a:p>
          <a:p>
            <a:pPr algn="ctr">
              <a:lnSpc>
                <a:spcPct val="100000"/>
              </a:lnSpc>
            </a:pPr>
            <a:r>
              <a:rPr b="0" lang="de-DE" sz="1100" spc="-1" strike="noStrike">
                <a:solidFill>
                  <a:srgbClr val="4b545c"/>
                </a:solidFill>
                <a:latin typeface="Arial"/>
              </a:rPr>
              <a:t>SPWM, Messung</a:t>
            </a:r>
            <a:endParaRPr b="0" lang="de-DE" sz="1100" spc="-1" strike="noStrike">
              <a:latin typeface="Arial"/>
            </a:endParaRPr>
          </a:p>
        </p:txBody>
      </p:sp>
      <p:sp>
        <p:nvSpPr>
          <p:cNvPr id="153" name="CustomShape 15"/>
          <p:cNvSpPr/>
          <p:nvPr/>
        </p:nvSpPr>
        <p:spPr>
          <a:xfrm>
            <a:off x="4754880" y="3063240"/>
            <a:ext cx="1782720" cy="776880"/>
          </a:xfrm>
          <a:prstGeom prst="roundRect">
            <a:avLst>
              <a:gd name="adj" fmla="val 7059"/>
            </a:avLst>
          </a:prstGeom>
          <a:solidFill>
            <a:srgbClr val="eff2f0"/>
          </a:solidFill>
          <a:ln w="12600">
            <a:solidFill>
              <a:srgbClr val="a9b1b6"/>
            </a:solidFill>
            <a:round/>
          </a:ln>
        </p:spPr>
        <p:style>
          <a:lnRef idx="0"/>
          <a:fillRef idx="0"/>
          <a:effectRef idx="0"/>
          <a:fontRef idx="minor"/>
        </p:style>
      </p:sp>
      <p:sp>
        <p:nvSpPr>
          <p:cNvPr id="154" name="CustomShape 16"/>
          <p:cNvSpPr/>
          <p:nvPr/>
        </p:nvSpPr>
        <p:spPr>
          <a:xfrm>
            <a:off x="4754880" y="3063240"/>
            <a:ext cx="1782720" cy="776880"/>
          </a:xfrm>
          <a:prstGeom prst="rect">
            <a:avLst/>
          </a:prstGeom>
          <a:noFill/>
          <a:ln>
            <a:noFill/>
          </a:ln>
        </p:spPr>
        <p:style>
          <a:lnRef idx="0"/>
          <a:fillRef idx="0"/>
          <a:effectRef idx="0"/>
          <a:fontRef idx="minor"/>
        </p:style>
        <p:txBody>
          <a:bodyPr lIns="0" rIns="0" tIns="0" bIns="0" anchor="ctr">
            <a:noAutofit/>
          </a:bodyPr>
          <a:p>
            <a:pPr algn="ctr">
              <a:lnSpc>
                <a:spcPct val="100000"/>
              </a:lnSpc>
            </a:pPr>
            <a:r>
              <a:rPr b="1" lang="de-DE" sz="1400" spc="-1" strike="noStrike">
                <a:solidFill>
                  <a:srgbClr val="1a1a1a"/>
                </a:solidFill>
                <a:latin typeface="Arial"/>
              </a:rPr>
              <a:t>ACS712</a:t>
            </a:r>
            <a:endParaRPr b="0" lang="de-DE" sz="1400" spc="-1" strike="noStrike">
              <a:latin typeface="Arial"/>
            </a:endParaRPr>
          </a:p>
          <a:p>
            <a:pPr algn="ctr">
              <a:lnSpc>
                <a:spcPct val="100000"/>
              </a:lnSpc>
            </a:pPr>
            <a:r>
              <a:rPr b="0" lang="de-DE" sz="1100" spc="-1" strike="noStrike">
                <a:solidFill>
                  <a:srgbClr val="4b545c"/>
                </a:solidFill>
                <a:latin typeface="Arial"/>
              </a:rPr>
              <a:t>Strom</a:t>
            </a:r>
            <a:endParaRPr b="0" lang="de-DE" sz="1100" spc="-1" strike="noStrike">
              <a:latin typeface="Arial"/>
            </a:endParaRPr>
          </a:p>
        </p:txBody>
      </p:sp>
      <p:sp>
        <p:nvSpPr>
          <p:cNvPr id="155" name="CustomShape 17"/>
          <p:cNvSpPr/>
          <p:nvPr/>
        </p:nvSpPr>
        <p:spPr>
          <a:xfrm>
            <a:off x="6903720" y="3063240"/>
            <a:ext cx="1782720" cy="776880"/>
          </a:xfrm>
          <a:prstGeom prst="roundRect">
            <a:avLst>
              <a:gd name="adj" fmla="val 7059"/>
            </a:avLst>
          </a:prstGeom>
          <a:solidFill>
            <a:srgbClr val="eff2f0"/>
          </a:solidFill>
          <a:ln w="12600">
            <a:solidFill>
              <a:srgbClr val="a9b1b6"/>
            </a:solidFill>
            <a:round/>
          </a:ln>
        </p:spPr>
        <p:style>
          <a:lnRef idx="0"/>
          <a:fillRef idx="0"/>
          <a:effectRef idx="0"/>
          <a:fontRef idx="minor"/>
        </p:style>
      </p:sp>
      <p:sp>
        <p:nvSpPr>
          <p:cNvPr id="156" name="CustomShape 18"/>
          <p:cNvSpPr/>
          <p:nvPr/>
        </p:nvSpPr>
        <p:spPr>
          <a:xfrm>
            <a:off x="6903720" y="3063240"/>
            <a:ext cx="1782720" cy="776880"/>
          </a:xfrm>
          <a:prstGeom prst="rect">
            <a:avLst/>
          </a:prstGeom>
          <a:noFill/>
          <a:ln>
            <a:noFill/>
          </a:ln>
        </p:spPr>
        <p:style>
          <a:lnRef idx="0"/>
          <a:fillRef idx="0"/>
          <a:effectRef idx="0"/>
          <a:fontRef idx="minor"/>
        </p:style>
        <p:txBody>
          <a:bodyPr lIns="0" rIns="0" tIns="0" bIns="0" anchor="ctr">
            <a:noAutofit/>
          </a:bodyPr>
          <a:p>
            <a:pPr algn="ctr">
              <a:lnSpc>
                <a:spcPct val="100000"/>
              </a:lnSpc>
            </a:pPr>
            <a:r>
              <a:rPr b="1" lang="de-DE" sz="1400" spc="-1" strike="noStrike">
                <a:solidFill>
                  <a:srgbClr val="1a1a1a"/>
                </a:solidFill>
                <a:latin typeface="Arial"/>
              </a:rPr>
              <a:t>ZMPT101B</a:t>
            </a:r>
            <a:endParaRPr b="0" lang="de-DE" sz="1400" spc="-1" strike="noStrike">
              <a:latin typeface="Arial"/>
            </a:endParaRPr>
          </a:p>
          <a:p>
            <a:pPr algn="ctr">
              <a:lnSpc>
                <a:spcPct val="100000"/>
              </a:lnSpc>
            </a:pPr>
            <a:r>
              <a:rPr b="0" lang="de-DE" sz="1100" spc="-1" strike="noStrike">
                <a:solidFill>
                  <a:srgbClr val="4b545c"/>
                </a:solidFill>
                <a:latin typeface="Arial"/>
              </a:rPr>
              <a:t>Spannung</a:t>
            </a:r>
            <a:endParaRPr b="0" lang="de-DE" sz="1100" spc="-1" strike="noStrike">
              <a:latin typeface="Arial"/>
            </a:endParaRPr>
          </a:p>
        </p:txBody>
      </p:sp>
      <p:sp>
        <p:nvSpPr>
          <p:cNvPr id="157" name="Line 19"/>
          <p:cNvSpPr/>
          <p:nvPr/>
        </p:nvSpPr>
        <p:spPr>
          <a:xfrm flipV="1">
            <a:off x="3497400" y="2194560"/>
            <a:ext cx="0" cy="868680"/>
          </a:xfrm>
          <a:prstGeom prst="line">
            <a:avLst/>
          </a:prstGeom>
          <a:ln w="19080">
            <a:solidFill>
              <a:schemeClr val="accent2"/>
            </a:solidFill>
            <a:round/>
            <a:tailEnd len="med" type="triangle" w="med"/>
          </a:ln>
        </p:spPr>
        <p:style>
          <a:lnRef idx="0"/>
          <a:fillRef idx="0"/>
          <a:effectRef idx="0"/>
          <a:fontRef idx="minor"/>
        </p:style>
      </p:sp>
      <p:sp>
        <p:nvSpPr>
          <p:cNvPr id="158" name="CustomShape 20"/>
          <p:cNvSpPr/>
          <p:nvPr/>
        </p:nvSpPr>
        <p:spPr>
          <a:xfrm>
            <a:off x="3584520" y="2468880"/>
            <a:ext cx="1096920" cy="273960"/>
          </a:xfrm>
          <a:prstGeom prst="rect">
            <a:avLst/>
          </a:prstGeom>
          <a:noFill/>
          <a:ln>
            <a:noFill/>
          </a:ln>
        </p:spPr>
        <p:style>
          <a:lnRef idx="0"/>
          <a:fillRef idx="0"/>
          <a:effectRef idx="0"/>
          <a:fontRef idx="minor"/>
        </p:style>
        <p:txBody>
          <a:bodyPr lIns="0" rIns="0" tIns="0" bIns="0" anchor="ctr">
            <a:noAutofit/>
          </a:bodyPr>
          <a:p>
            <a:pPr>
              <a:lnSpc>
                <a:spcPct val="100000"/>
              </a:lnSpc>
            </a:pPr>
            <a:r>
              <a:rPr b="0" lang="de-DE" sz="1100" spc="-1" strike="noStrike">
                <a:solidFill>
                  <a:srgbClr val="4b545c"/>
                </a:solidFill>
                <a:latin typeface="Arial"/>
              </a:rPr>
              <a:t>PWM, Enable</a:t>
            </a:r>
            <a:endParaRPr b="0" lang="de-DE" sz="1100" spc="-1" strike="noStrike">
              <a:latin typeface="Arial"/>
            </a:endParaRPr>
          </a:p>
        </p:txBody>
      </p:sp>
      <p:sp>
        <p:nvSpPr>
          <p:cNvPr id="159" name="Line 21"/>
          <p:cNvSpPr/>
          <p:nvPr/>
        </p:nvSpPr>
        <p:spPr>
          <a:xfrm>
            <a:off x="5646240" y="2194560"/>
            <a:ext cx="0" cy="868680"/>
          </a:xfrm>
          <a:prstGeom prst="line">
            <a:avLst/>
          </a:prstGeom>
          <a:ln w="19080">
            <a:solidFill>
              <a:schemeClr val="accent2"/>
            </a:solidFill>
            <a:round/>
            <a:tailEnd len="med" type="triangle" w="med"/>
          </a:ln>
        </p:spPr>
        <p:style>
          <a:lnRef idx="0"/>
          <a:fillRef idx="0"/>
          <a:effectRef idx="0"/>
          <a:fontRef idx="minor"/>
        </p:style>
      </p:sp>
      <p:sp>
        <p:nvSpPr>
          <p:cNvPr id="160" name="CustomShape 22"/>
          <p:cNvSpPr/>
          <p:nvPr/>
        </p:nvSpPr>
        <p:spPr>
          <a:xfrm>
            <a:off x="5742360" y="2468880"/>
            <a:ext cx="273960" cy="273960"/>
          </a:xfrm>
          <a:prstGeom prst="rect">
            <a:avLst/>
          </a:prstGeom>
          <a:noFill/>
          <a:ln>
            <a:noFill/>
          </a:ln>
        </p:spPr>
        <p:style>
          <a:lnRef idx="0"/>
          <a:fillRef idx="0"/>
          <a:effectRef idx="0"/>
          <a:fontRef idx="minor"/>
        </p:style>
        <p:txBody>
          <a:bodyPr lIns="0" rIns="0" tIns="0" bIns="0" anchor="ctr">
            <a:noAutofit/>
          </a:bodyPr>
          <a:p>
            <a:pPr>
              <a:lnSpc>
                <a:spcPct val="100000"/>
              </a:lnSpc>
            </a:pPr>
            <a:r>
              <a:rPr b="1" lang="de-DE" sz="1200" spc="-1" strike="noStrike">
                <a:solidFill>
                  <a:srgbClr val="4b545c"/>
                </a:solidFill>
                <a:latin typeface="Arial"/>
              </a:rPr>
              <a:t>I</a:t>
            </a:r>
            <a:endParaRPr b="0" lang="de-DE" sz="1200" spc="-1" strike="noStrike">
              <a:latin typeface="Arial"/>
            </a:endParaRPr>
          </a:p>
        </p:txBody>
      </p:sp>
      <p:sp>
        <p:nvSpPr>
          <p:cNvPr id="161" name="Line 23"/>
          <p:cNvSpPr/>
          <p:nvPr/>
        </p:nvSpPr>
        <p:spPr>
          <a:xfrm>
            <a:off x="7795080" y="2194560"/>
            <a:ext cx="0" cy="868680"/>
          </a:xfrm>
          <a:prstGeom prst="line">
            <a:avLst/>
          </a:prstGeom>
          <a:ln w="19080">
            <a:solidFill>
              <a:schemeClr val="accent2"/>
            </a:solidFill>
            <a:round/>
            <a:tailEnd len="med" type="triangle" w="med"/>
          </a:ln>
        </p:spPr>
        <p:style>
          <a:lnRef idx="0"/>
          <a:fillRef idx="0"/>
          <a:effectRef idx="0"/>
          <a:fontRef idx="minor"/>
        </p:style>
      </p:sp>
      <p:sp>
        <p:nvSpPr>
          <p:cNvPr id="162" name="CustomShape 24"/>
          <p:cNvSpPr/>
          <p:nvPr/>
        </p:nvSpPr>
        <p:spPr>
          <a:xfrm>
            <a:off x="7891200" y="2468880"/>
            <a:ext cx="273960" cy="273960"/>
          </a:xfrm>
          <a:prstGeom prst="rect">
            <a:avLst/>
          </a:prstGeom>
          <a:noFill/>
          <a:ln>
            <a:noFill/>
          </a:ln>
        </p:spPr>
        <p:style>
          <a:lnRef idx="0"/>
          <a:fillRef idx="0"/>
          <a:effectRef idx="0"/>
          <a:fontRef idx="minor"/>
        </p:style>
        <p:txBody>
          <a:bodyPr lIns="0" rIns="0" tIns="0" bIns="0" anchor="ctr">
            <a:noAutofit/>
          </a:bodyPr>
          <a:p>
            <a:pPr>
              <a:lnSpc>
                <a:spcPct val="100000"/>
              </a:lnSpc>
            </a:pPr>
            <a:r>
              <a:rPr b="1" lang="de-DE" sz="1200" spc="-1" strike="noStrike">
                <a:solidFill>
                  <a:srgbClr val="4b545c"/>
                </a:solidFill>
                <a:latin typeface="Arial"/>
              </a:rPr>
              <a:t>U</a:t>
            </a:r>
            <a:endParaRPr b="0" lang="de-DE" sz="1200" spc="-1" strike="noStrike">
              <a:latin typeface="Arial"/>
            </a:endParaRPr>
          </a:p>
        </p:txBody>
      </p:sp>
      <p:sp>
        <p:nvSpPr>
          <p:cNvPr id="163" name="Line 25"/>
          <p:cNvSpPr/>
          <p:nvPr/>
        </p:nvSpPr>
        <p:spPr>
          <a:xfrm flipH="1">
            <a:off x="4389120" y="3451680"/>
            <a:ext cx="365760" cy="0"/>
          </a:xfrm>
          <a:prstGeom prst="line">
            <a:avLst/>
          </a:prstGeom>
          <a:ln w="19080">
            <a:solidFill>
              <a:schemeClr val="accent2"/>
            </a:solidFill>
            <a:round/>
            <a:tailEnd len="med" type="triangle" w="med"/>
          </a:ln>
        </p:spPr>
        <p:style>
          <a:lnRef idx="0"/>
          <a:fillRef idx="0"/>
          <a:effectRef idx="0"/>
          <a:fontRef idx="minor"/>
        </p:style>
      </p:sp>
      <p:sp>
        <p:nvSpPr>
          <p:cNvPr id="164" name="CustomShape 26"/>
          <p:cNvSpPr/>
          <p:nvPr/>
        </p:nvSpPr>
        <p:spPr>
          <a:xfrm>
            <a:off x="4416480" y="3154680"/>
            <a:ext cx="365400" cy="255600"/>
          </a:xfrm>
          <a:prstGeom prst="rect">
            <a:avLst/>
          </a:prstGeom>
          <a:noFill/>
          <a:ln>
            <a:noFill/>
          </a:ln>
        </p:spPr>
        <p:style>
          <a:lnRef idx="0"/>
          <a:fillRef idx="0"/>
          <a:effectRef idx="0"/>
          <a:fontRef idx="minor"/>
        </p:style>
        <p:txBody>
          <a:bodyPr lIns="0" rIns="0" tIns="0" bIns="0" anchor="ctr">
            <a:noAutofit/>
          </a:bodyPr>
          <a:p>
            <a:pPr>
              <a:lnSpc>
                <a:spcPct val="100000"/>
              </a:lnSpc>
            </a:pPr>
            <a:r>
              <a:rPr b="0" lang="de-DE" sz="1000" spc="-1" strike="noStrike">
                <a:solidFill>
                  <a:srgbClr val="4b545c"/>
                </a:solidFill>
                <a:latin typeface="Arial"/>
              </a:rPr>
              <a:t>PA0</a:t>
            </a:r>
            <a:endParaRPr b="0" lang="de-DE" sz="1000" spc="-1" strike="noStrike">
              <a:latin typeface="Arial"/>
            </a:endParaRPr>
          </a:p>
        </p:txBody>
      </p:sp>
      <p:sp>
        <p:nvSpPr>
          <p:cNvPr id="165" name="Line 27"/>
          <p:cNvSpPr/>
          <p:nvPr/>
        </p:nvSpPr>
        <p:spPr>
          <a:xfrm>
            <a:off x="7795080" y="3840480"/>
            <a:ext cx="0" cy="365760"/>
          </a:xfrm>
          <a:prstGeom prst="line">
            <a:avLst/>
          </a:prstGeom>
          <a:ln w="19080">
            <a:solidFill>
              <a:schemeClr val="accent2"/>
            </a:solidFill>
            <a:round/>
          </a:ln>
        </p:spPr>
        <p:style>
          <a:lnRef idx="0"/>
          <a:fillRef idx="0"/>
          <a:effectRef idx="0"/>
          <a:fontRef idx="minor"/>
        </p:style>
      </p:sp>
      <p:sp>
        <p:nvSpPr>
          <p:cNvPr id="166" name="Line 28"/>
          <p:cNvSpPr/>
          <p:nvPr/>
        </p:nvSpPr>
        <p:spPr>
          <a:xfrm>
            <a:off x="3497400" y="4206240"/>
            <a:ext cx="4297680" cy="0"/>
          </a:xfrm>
          <a:prstGeom prst="line">
            <a:avLst/>
          </a:prstGeom>
          <a:ln w="19080">
            <a:solidFill>
              <a:schemeClr val="accent2"/>
            </a:solidFill>
            <a:round/>
          </a:ln>
        </p:spPr>
        <p:style>
          <a:lnRef idx="0"/>
          <a:fillRef idx="0"/>
          <a:effectRef idx="0"/>
          <a:fontRef idx="minor"/>
        </p:style>
      </p:sp>
      <p:sp>
        <p:nvSpPr>
          <p:cNvPr id="167" name="Line 29"/>
          <p:cNvSpPr/>
          <p:nvPr/>
        </p:nvSpPr>
        <p:spPr>
          <a:xfrm flipV="1">
            <a:off x="3497400" y="3840480"/>
            <a:ext cx="0" cy="365760"/>
          </a:xfrm>
          <a:prstGeom prst="line">
            <a:avLst/>
          </a:prstGeom>
          <a:ln w="19080">
            <a:solidFill>
              <a:schemeClr val="accent2"/>
            </a:solidFill>
            <a:round/>
            <a:tailEnd len="med" type="triangle" w="med"/>
          </a:ln>
        </p:spPr>
        <p:style>
          <a:lnRef idx="0"/>
          <a:fillRef idx="0"/>
          <a:effectRef idx="0"/>
          <a:fontRef idx="minor"/>
        </p:style>
      </p:sp>
      <p:sp>
        <p:nvSpPr>
          <p:cNvPr id="168" name="CustomShape 30"/>
          <p:cNvSpPr/>
          <p:nvPr/>
        </p:nvSpPr>
        <p:spPr>
          <a:xfrm>
            <a:off x="5486400" y="4251960"/>
            <a:ext cx="456840" cy="255600"/>
          </a:xfrm>
          <a:prstGeom prst="rect">
            <a:avLst/>
          </a:prstGeom>
          <a:noFill/>
          <a:ln>
            <a:noFill/>
          </a:ln>
        </p:spPr>
        <p:style>
          <a:lnRef idx="0"/>
          <a:fillRef idx="0"/>
          <a:effectRef idx="0"/>
          <a:fontRef idx="minor"/>
        </p:style>
        <p:txBody>
          <a:bodyPr lIns="0" rIns="0" tIns="0" bIns="0" anchor="ctr">
            <a:noAutofit/>
          </a:bodyPr>
          <a:p>
            <a:pPr>
              <a:lnSpc>
                <a:spcPct val="100000"/>
              </a:lnSpc>
            </a:pPr>
            <a:r>
              <a:rPr b="0" lang="de-DE" sz="1000" spc="-1" strike="noStrike">
                <a:solidFill>
                  <a:srgbClr val="4b545c"/>
                </a:solidFill>
                <a:latin typeface="Arial"/>
              </a:rPr>
              <a:t>PA1</a:t>
            </a:r>
            <a:endParaRPr b="0" lang="de-DE" sz="1000" spc="-1" strike="noStrike">
              <a:latin typeface="Arial"/>
            </a:endParaRPr>
          </a:p>
        </p:txBody>
      </p:sp>
      <p:sp>
        <p:nvSpPr>
          <p:cNvPr id="169" name="TextShape 31"/>
          <p:cNvSpPr txBox="1"/>
          <p:nvPr/>
        </p:nvSpPr>
        <p:spPr>
          <a:xfrm>
            <a:off x="8321040" y="4869360"/>
            <a:ext cx="456840" cy="273960"/>
          </a:xfrm>
          <a:prstGeom prst="rect">
            <a:avLst/>
          </a:prstGeom>
          <a:noFill/>
          <a:ln>
            <a:noFill/>
          </a:ln>
        </p:spPr>
        <p:txBody>
          <a:bodyPr lIns="90000" rIns="90000" tIns="45000" bIns="45000" anchor="ctr">
            <a:noAutofit/>
          </a:bodyPr>
          <a:p>
            <a:pPr algn="r">
              <a:lnSpc>
                <a:spcPct val="100000"/>
              </a:lnSpc>
            </a:pPr>
            <a:fld id="{D607F44B-F0BB-4097-8D33-DB3BECBB517A}" type="slidenum">
              <a:rPr b="0" lang="de-DE" sz="900" spc="-1" strike="noStrike">
                <a:solidFill>
                  <a:srgbClr val="ffffff"/>
                </a:solidFill>
                <a:latin typeface="Arial"/>
              </a:rPr>
              <a:t>1</a:t>
            </a:fld>
            <a:endParaRPr b="0" lang="de-DE" sz="900" spc="-1" strike="noStrike">
              <a:latin typeface="Times New Roman"/>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0" name="TextShape 1"/>
          <p:cNvSpPr txBox="1"/>
          <p:nvPr/>
        </p:nvSpPr>
        <p:spPr>
          <a:xfrm>
            <a:off x="457200" y="658440"/>
            <a:ext cx="8229240" cy="548280"/>
          </a:xfrm>
          <a:prstGeom prst="rect">
            <a:avLst/>
          </a:prstGeom>
          <a:noFill/>
          <a:ln>
            <a:noFill/>
          </a:ln>
        </p:spPr>
        <p:txBody>
          <a:bodyPr lIns="0" rIns="0" tIns="0" bIns="0" anchor="ctr">
            <a:noAutofit/>
          </a:bodyPr>
          <a:p>
            <a:pPr>
              <a:lnSpc>
                <a:spcPct val="100000"/>
              </a:lnSpc>
            </a:pPr>
            <a:r>
              <a:rPr b="1" lang="de-DE" sz="2400" spc="-1" strike="noStrike">
                <a:solidFill>
                  <a:srgbClr val="1a1a1a"/>
                </a:solidFill>
                <a:latin typeface="Arial"/>
              </a:rPr>
              <a:t>Versuchsaufbau</a:t>
            </a:r>
            <a:endParaRPr b="0" lang="de-DE" sz="2400" spc="-1" strike="noStrike">
              <a:solidFill>
                <a:srgbClr val="1a1a1a"/>
              </a:solidFill>
              <a:latin typeface="Arial"/>
            </a:endParaRPr>
          </a:p>
        </p:txBody>
      </p:sp>
      <p:pic>
        <p:nvPicPr>
          <p:cNvPr id="171" name="Foto Laboraufbau" descr=""/>
          <p:cNvPicPr/>
          <p:nvPr/>
        </p:nvPicPr>
        <p:blipFill>
          <a:blip r:embed="rId1"/>
          <a:stretch/>
        </p:blipFill>
        <p:spPr>
          <a:xfrm>
            <a:off x="343800" y="1296000"/>
            <a:ext cx="4480200" cy="3360240"/>
          </a:xfrm>
          <a:prstGeom prst="rect">
            <a:avLst/>
          </a:prstGeom>
          <a:ln>
            <a:noFill/>
          </a:ln>
        </p:spPr>
      </p:pic>
      <p:sp>
        <p:nvSpPr>
          <p:cNvPr id="172" name="CustomShape 2"/>
          <p:cNvSpPr/>
          <p:nvPr/>
        </p:nvSpPr>
        <p:spPr>
          <a:xfrm>
            <a:off x="957960" y="1717200"/>
            <a:ext cx="310680" cy="310680"/>
          </a:xfrm>
          <a:prstGeom prst="ellipse">
            <a:avLst/>
          </a:prstGeom>
          <a:solidFill>
            <a:schemeClr val="accent1"/>
          </a:solidFill>
          <a:ln w="19080">
            <a:solidFill>
              <a:srgbClr val="ffffff"/>
            </a:solidFill>
            <a:round/>
          </a:ln>
        </p:spPr>
        <p:style>
          <a:lnRef idx="0"/>
          <a:fillRef idx="0"/>
          <a:effectRef idx="0"/>
          <a:fontRef idx="minor"/>
        </p:style>
      </p:sp>
      <p:sp>
        <p:nvSpPr>
          <p:cNvPr id="173" name="CustomShape 3"/>
          <p:cNvSpPr/>
          <p:nvPr/>
        </p:nvSpPr>
        <p:spPr>
          <a:xfrm>
            <a:off x="957960" y="1717200"/>
            <a:ext cx="310680" cy="310680"/>
          </a:xfrm>
          <a:prstGeom prst="rect">
            <a:avLst/>
          </a:prstGeom>
          <a:noFill/>
          <a:ln>
            <a:noFill/>
          </a:ln>
        </p:spPr>
        <p:style>
          <a:lnRef idx="0"/>
          <a:fillRef idx="0"/>
          <a:effectRef idx="0"/>
          <a:fontRef idx="minor"/>
        </p:style>
        <p:txBody>
          <a:bodyPr lIns="0" rIns="0" tIns="0" bIns="0" anchor="ctr">
            <a:noAutofit/>
          </a:bodyPr>
          <a:p>
            <a:pPr algn="ctr">
              <a:lnSpc>
                <a:spcPct val="100000"/>
              </a:lnSpc>
            </a:pPr>
            <a:r>
              <a:rPr b="1" lang="de-DE" sz="1200" spc="-1" strike="noStrike">
                <a:solidFill>
                  <a:srgbClr val="ffffff"/>
                </a:solidFill>
                <a:latin typeface="Arial"/>
              </a:rPr>
              <a:t>1</a:t>
            </a:r>
            <a:endParaRPr b="0" lang="de-DE" sz="1200" spc="-1" strike="noStrike">
              <a:latin typeface="Arial"/>
            </a:endParaRPr>
          </a:p>
        </p:txBody>
      </p:sp>
      <p:sp>
        <p:nvSpPr>
          <p:cNvPr id="174" name="CustomShape 4"/>
          <p:cNvSpPr/>
          <p:nvPr/>
        </p:nvSpPr>
        <p:spPr>
          <a:xfrm>
            <a:off x="5257800" y="1371600"/>
            <a:ext cx="310680" cy="310680"/>
          </a:xfrm>
          <a:prstGeom prst="ellipse">
            <a:avLst/>
          </a:prstGeom>
          <a:solidFill>
            <a:schemeClr val="accent1"/>
          </a:solidFill>
          <a:ln w="12600">
            <a:solidFill>
              <a:schemeClr val="accent1"/>
            </a:solidFill>
            <a:round/>
          </a:ln>
        </p:spPr>
        <p:style>
          <a:lnRef idx="0"/>
          <a:fillRef idx="0"/>
          <a:effectRef idx="0"/>
          <a:fontRef idx="minor"/>
        </p:style>
      </p:sp>
      <p:sp>
        <p:nvSpPr>
          <p:cNvPr id="175" name="CustomShape 5"/>
          <p:cNvSpPr/>
          <p:nvPr/>
        </p:nvSpPr>
        <p:spPr>
          <a:xfrm>
            <a:off x="5257800" y="1371600"/>
            <a:ext cx="310680" cy="310680"/>
          </a:xfrm>
          <a:prstGeom prst="rect">
            <a:avLst/>
          </a:prstGeom>
          <a:noFill/>
          <a:ln>
            <a:noFill/>
          </a:ln>
        </p:spPr>
        <p:style>
          <a:lnRef idx="0"/>
          <a:fillRef idx="0"/>
          <a:effectRef idx="0"/>
          <a:fontRef idx="minor"/>
        </p:style>
        <p:txBody>
          <a:bodyPr lIns="0" rIns="0" tIns="0" bIns="0" anchor="ctr">
            <a:noAutofit/>
          </a:bodyPr>
          <a:p>
            <a:pPr algn="ctr">
              <a:lnSpc>
                <a:spcPct val="100000"/>
              </a:lnSpc>
            </a:pPr>
            <a:r>
              <a:rPr b="1" lang="de-DE" sz="1200" spc="-1" strike="noStrike">
                <a:solidFill>
                  <a:srgbClr val="ffffff"/>
                </a:solidFill>
                <a:latin typeface="Arial"/>
              </a:rPr>
              <a:t>1</a:t>
            </a:r>
            <a:endParaRPr b="0" lang="de-DE" sz="1200" spc="-1" strike="noStrike">
              <a:latin typeface="Arial"/>
            </a:endParaRPr>
          </a:p>
        </p:txBody>
      </p:sp>
      <p:sp>
        <p:nvSpPr>
          <p:cNvPr id="176" name="CustomShape 6"/>
          <p:cNvSpPr/>
          <p:nvPr/>
        </p:nvSpPr>
        <p:spPr>
          <a:xfrm>
            <a:off x="5669280" y="1371600"/>
            <a:ext cx="3017160" cy="310680"/>
          </a:xfrm>
          <a:prstGeom prst="rect">
            <a:avLst/>
          </a:prstGeom>
          <a:noFill/>
          <a:ln>
            <a:noFill/>
          </a:ln>
        </p:spPr>
        <p:style>
          <a:lnRef idx="0"/>
          <a:fillRef idx="0"/>
          <a:effectRef idx="0"/>
          <a:fontRef idx="minor"/>
        </p:style>
        <p:txBody>
          <a:bodyPr lIns="0" rIns="0" tIns="0" bIns="0" anchor="ctr">
            <a:noAutofit/>
          </a:bodyPr>
          <a:p>
            <a:pPr>
              <a:lnSpc>
                <a:spcPct val="100000"/>
              </a:lnSpc>
            </a:pPr>
            <a:r>
              <a:rPr b="0" lang="de-DE" sz="1300" spc="-1" strike="noStrike">
                <a:solidFill>
                  <a:srgbClr val="1a1a1a"/>
                </a:solidFill>
                <a:latin typeface="Arial"/>
              </a:rPr>
              <a:t>Labornetzteil, 24 V DC</a:t>
            </a:r>
            <a:endParaRPr b="0" lang="de-DE" sz="1300" spc="-1" strike="noStrike">
              <a:latin typeface="Arial"/>
            </a:endParaRPr>
          </a:p>
        </p:txBody>
      </p:sp>
      <p:sp>
        <p:nvSpPr>
          <p:cNvPr id="177" name="CustomShape 7"/>
          <p:cNvSpPr/>
          <p:nvPr/>
        </p:nvSpPr>
        <p:spPr>
          <a:xfrm>
            <a:off x="783000" y="2920680"/>
            <a:ext cx="310680" cy="310680"/>
          </a:xfrm>
          <a:prstGeom prst="ellipse">
            <a:avLst/>
          </a:prstGeom>
          <a:solidFill>
            <a:schemeClr val="accent1"/>
          </a:solidFill>
          <a:ln w="19080">
            <a:solidFill>
              <a:srgbClr val="ffffff"/>
            </a:solidFill>
            <a:round/>
          </a:ln>
        </p:spPr>
        <p:style>
          <a:lnRef idx="0"/>
          <a:fillRef idx="0"/>
          <a:effectRef idx="0"/>
          <a:fontRef idx="minor"/>
        </p:style>
      </p:sp>
      <p:sp>
        <p:nvSpPr>
          <p:cNvPr id="178" name="CustomShape 8"/>
          <p:cNvSpPr/>
          <p:nvPr/>
        </p:nvSpPr>
        <p:spPr>
          <a:xfrm>
            <a:off x="783000" y="2920680"/>
            <a:ext cx="310680" cy="310680"/>
          </a:xfrm>
          <a:prstGeom prst="rect">
            <a:avLst/>
          </a:prstGeom>
          <a:noFill/>
          <a:ln>
            <a:noFill/>
          </a:ln>
        </p:spPr>
        <p:style>
          <a:lnRef idx="0"/>
          <a:fillRef idx="0"/>
          <a:effectRef idx="0"/>
          <a:fontRef idx="minor"/>
        </p:style>
        <p:txBody>
          <a:bodyPr lIns="0" rIns="0" tIns="0" bIns="0" anchor="ctr">
            <a:noAutofit/>
          </a:bodyPr>
          <a:p>
            <a:pPr algn="ctr">
              <a:lnSpc>
                <a:spcPct val="100000"/>
              </a:lnSpc>
            </a:pPr>
            <a:r>
              <a:rPr b="1" lang="de-DE" sz="1200" spc="-1" strike="noStrike">
                <a:solidFill>
                  <a:srgbClr val="ffffff"/>
                </a:solidFill>
                <a:latin typeface="Arial"/>
              </a:rPr>
              <a:t>2</a:t>
            </a:r>
            <a:endParaRPr b="0" lang="de-DE" sz="1200" spc="-1" strike="noStrike">
              <a:latin typeface="Arial"/>
            </a:endParaRPr>
          </a:p>
        </p:txBody>
      </p:sp>
      <p:sp>
        <p:nvSpPr>
          <p:cNvPr id="179" name="CustomShape 9"/>
          <p:cNvSpPr/>
          <p:nvPr/>
        </p:nvSpPr>
        <p:spPr>
          <a:xfrm>
            <a:off x="5257800" y="1783080"/>
            <a:ext cx="310680" cy="310680"/>
          </a:xfrm>
          <a:prstGeom prst="ellipse">
            <a:avLst/>
          </a:prstGeom>
          <a:solidFill>
            <a:schemeClr val="accent1"/>
          </a:solidFill>
          <a:ln w="12600">
            <a:solidFill>
              <a:schemeClr val="accent1"/>
            </a:solidFill>
            <a:round/>
          </a:ln>
        </p:spPr>
        <p:style>
          <a:lnRef idx="0"/>
          <a:fillRef idx="0"/>
          <a:effectRef idx="0"/>
          <a:fontRef idx="minor"/>
        </p:style>
      </p:sp>
      <p:sp>
        <p:nvSpPr>
          <p:cNvPr id="180" name="CustomShape 10"/>
          <p:cNvSpPr/>
          <p:nvPr/>
        </p:nvSpPr>
        <p:spPr>
          <a:xfrm>
            <a:off x="5257800" y="1783080"/>
            <a:ext cx="310680" cy="310680"/>
          </a:xfrm>
          <a:prstGeom prst="rect">
            <a:avLst/>
          </a:prstGeom>
          <a:noFill/>
          <a:ln>
            <a:noFill/>
          </a:ln>
        </p:spPr>
        <p:style>
          <a:lnRef idx="0"/>
          <a:fillRef idx="0"/>
          <a:effectRef idx="0"/>
          <a:fontRef idx="minor"/>
        </p:style>
        <p:txBody>
          <a:bodyPr lIns="0" rIns="0" tIns="0" bIns="0" anchor="ctr">
            <a:noAutofit/>
          </a:bodyPr>
          <a:p>
            <a:pPr algn="ctr">
              <a:lnSpc>
                <a:spcPct val="100000"/>
              </a:lnSpc>
            </a:pPr>
            <a:r>
              <a:rPr b="1" lang="de-DE" sz="1200" spc="-1" strike="noStrike">
                <a:solidFill>
                  <a:srgbClr val="ffffff"/>
                </a:solidFill>
                <a:latin typeface="Arial"/>
              </a:rPr>
              <a:t>2</a:t>
            </a:r>
            <a:endParaRPr b="0" lang="de-DE" sz="1200" spc="-1" strike="noStrike">
              <a:latin typeface="Arial"/>
            </a:endParaRPr>
          </a:p>
        </p:txBody>
      </p:sp>
      <p:sp>
        <p:nvSpPr>
          <p:cNvPr id="181" name="CustomShape 11"/>
          <p:cNvSpPr/>
          <p:nvPr/>
        </p:nvSpPr>
        <p:spPr>
          <a:xfrm>
            <a:off x="5669280" y="1783080"/>
            <a:ext cx="3017160" cy="310680"/>
          </a:xfrm>
          <a:prstGeom prst="rect">
            <a:avLst/>
          </a:prstGeom>
          <a:noFill/>
          <a:ln>
            <a:noFill/>
          </a:ln>
        </p:spPr>
        <p:style>
          <a:lnRef idx="0"/>
          <a:fillRef idx="0"/>
          <a:effectRef idx="0"/>
          <a:fontRef idx="minor"/>
        </p:style>
        <p:txBody>
          <a:bodyPr lIns="0" rIns="0" tIns="0" bIns="0" anchor="ctr">
            <a:noAutofit/>
          </a:bodyPr>
          <a:p>
            <a:pPr>
              <a:lnSpc>
                <a:spcPct val="100000"/>
              </a:lnSpc>
            </a:pPr>
            <a:r>
              <a:rPr b="0" lang="de-DE" sz="1300" spc="-1" strike="noStrike">
                <a:solidFill>
                  <a:srgbClr val="1a1a1a"/>
                </a:solidFill>
                <a:latin typeface="Arial"/>
              </a:rPr>
              <a:t>STM32F4DISCOVERY</a:t>
            </a:r>
            <a:endParaRPr b="0" lang="de-DE" sz="1300" spc="-1" strike="noStrike">
              <a:latin typeface="Arial"/>
            </a:endParaRPr>
          </a:p>
        </p:txBody>
      </p:sp>
      <p:sp>
        <p:nvSpPr>
          <p:cNvPr id="182" name="CustomShape 12"/>
          <p:cNvSpPr/>
          <p:nvPr/>
        </p:nvSpPr>
        <p:spPr>
          <a:xfrm>
            <a:off x="1526760" y="3095640"/>
            <a:ext cx="310680" cy="310680"/>
          </a:xfrm>
          <a:prstGeom prst="ellipse">
            <a:avLst/>
          </a:prstGeom>
          <a:solidFill>
            <a:schemeClr val="accent1"/>
          </a:solidFill>
          <a:ln w="19080">
            <a:solidFill>
              <a:srgbClr val="ffffff"/>
            </a:solidFill>
            <a:round/>
          </a:ln>
        </p:spPr>
        <p:style>
          <a:lnRef idx="0"/>
          <a:fillRef idx="0"/>
          <a:effectRef idx="0"/>
          <a:fontRef idx="minor"/>
        </p:style>
      </p:sp>
      <p:sp>
        <p:nvSpPr>
          <p:cNvPr id="183" name="CustomShape 13"/>
          <p:cNvSpPr/>
          <p:nvPr/>
        </p:nvSpPr>
        <p:spPr>
          <a:xfrm>
            <a:off x="1526760" y="3095640"/>
            <a:ext cx="310680" cy="310680"/>
          </a:xfrm>
          <a:prstGeom prst="rect">
            <a:avLst/>
          </a:prstGeom>
          <a:noFill/>
          <a:ln>
            <a:noFill/>
          </a:ln>
        </p:spPr>
        <p:style>
          <a:lnRef idx="0"/>
          <a:fillRef idx="0"/>
          <a:effectRef idx="0"/>
          <a:fontRef idx="minor"/>
        </p:style>
        <p:txBody>
          <a:bodyPr lIns="0" rIns="0" tIns="0" bIns="0" anchor="ctr">
            <a:noAutofit/>
          </a:bodyPr>
          <a:p>
            <a:pPr algn="ctr">
              <a:lnSpc>
                <a:spcPct val="100000"/>
              </a:lnSpc>
            </a:pPr>
            <a:r>
              <a:rPr b="1" lang="de-DE" sz="1200" spc="-1" strike="noStrike">
                <a:solidFill>
                  <a:srgbClr val="ffffff"/>
                </a:solidFill>
                <a:latin typeface="Arial"/>
              </a:rPr>
              <a:t>3</a:t>
            </a:r>
            <a:endParaRPr b="0" lang="de-DE" sz="1200" spc="-1" strike="noStrike">
              <a:latin typeface="Arial"/>
            </a:endParaRPr>
          </a:p>
        </p:txBody>
      </p:sp>
      <p:sp>
        <p:nvSpPr>
          <p:cNvPr id="184" name="CustomShape 14"/>
          <p:cNvSpPr/>
          <p:nvPr/>
        </p:nvSpPr>
        <p:spPr>
          <a:xfrm>
            <a:off x="5257800" y="2194560"/>
            <a:ext cx="310680" cy="310680"/>
          </a:xfrm>
          <a:prstGeom prst="ellipse">
            <a:avLst/>
          </a:prstGeom>
          <a:solidFill>
            <a:schemeClr val="accent1"/>
          </a:solidFill>
          <a:ln w="12600">
            <a:solidFill>
              <a:schemeClr val="accent1"/>
            </a:solidFill>
            <a:round/>
          </a:ln>
        </p:spPr>
        <p:style>
          <a:lnRef idx="0"/>
          <a:fillRef idx="0"/>
          <a:effectRef idx="0"/>
          <a:fontRef idx="minor"/>
        </p:style>
      </p:sp>
      <p:sp>
        <p:nvSpPr>
          <p:cNvPr id="185" name="CustomShape 15"/>
          <p:cNvSpPr/>
          <p:nvPr/>
        </p:nvSpPr>
        <p:spPr>
          <a:xfrm>
            <a:off x="5257800" y="2194560"/>
            <a:ext cx="310680" cy="310680"/>
          </a:xfrm>
          <a:prstGeom prst="rect">
            <a:avLst/>
          </a:prstGeom>
          <a:noFill/>
          <a:ln>
            <a:noFill/>
          </a:ln>
        </p:spPr>
        <p:style>
          <a:lnRef idx="0"/>
          <a:fillRef idx="0"/>
          <a:effectRef idx="0"/>
          <a:fontRef idx="minor"/>
        </p:style>
        <p:txBody>
          <a:bodyPr lIns="0" rIns="0" tIns="0" bIns="0" anchor="ctr">
            <a:noAutofit/>
          </a:bodyPr>
          <a:p>
            <a:pPr algn="ctr">
              <a:lnSpc>
                <a:spcPct val="100000"/>
              </a:lnSpc>
            </a:pPr>
            <a:r>
              <a:rPr b="1" lang="de-DE" sz="1200" spc="-1" strike="noStrike">
                <a:solidFill>
                  <a:srgbClr val="ffffff"/>
                </a:solidFill>
                <a:latin typeface="Arial"/>
              </a:rPr>
              <a:t>3</a:t>
            </a:r>
            <a:endParaRPr b="0" lang="de-DE" sz="1200" spc="-1" strike="noStrike">
              <a:latin typeface="Arial"/>
            </a:endParaRPr>
          </a:p>
        </p:txBody>
      </p:sp>
      <p:sp>
        <p:nvSpPr>
          <p:cNvPr id="186" name="CustomShape 16"/>
          <p:cNvSpPr/>
          <p:nvPr/>
        </p:nvSpPr>
        <p:spPr>
          <a:xfrm>
            <a:off x="5669280" y="2194560"/>
            <a:ext cx="3017160" cy="310680"/>
          </a:xfrm>
          <a:prstGeom prst="rect">
            <a:avLst/>
          </a:prstGeom>
          <a:noFill/>
          <a:ln>
            <a:noFill/>
          </a:ln>
        </p:spPr>
        <p:style>
          <a:lnRef idx="0"/>
          <a:fillRef idx="0"/>
          <a:effectRef idx="0"/>
          <a:fontRef idx="minor"/>
        </p:style>
        <p:txBody>
          <a:bodyPr lIns="0" rIns="0" tIns="0" bIns="0" anchor="ctr">
            <a:noAutofit/>
          </a:bodyPr>
          <a:p>
            <a:pPr>
              <a:lnSpc>
                <a:spcPct val="100000"/>
              </a:lnSpc>
            </a:pPr>
            <a:r>
              <a:rPr b="0" lang="de-DE" sz="1300" spc="-1" strike="noStrike">
                <a:solidFill>
                  <a:srgbClr val="1a1a1a"/>
                </a:solidFill>
                <a:latin typeface="Arial"/>
              </a:rPr>
              <a:t>H-Brücke BTS7960 (IBT-2)</a:t>
            </a:r>
            <a:endParaRPr b="0" lang="de-DE" sz="1300" spc="-1" strike="noStrike">
              <a:latin typeface="Arial"/>
            </a:endParaRPr>
          </a:p>
        </p:txBody>
      </p:sp>
      <p:sp>
        <p:nvSpPr>
          <p:cNvPr id="187" name="CustomShape 17"/>
          <p:cNvSpPr/>
          <p:nvPr/>
        </p:nvSpPr>
        <p:spPr>
          <a:xfrm>
            <a:off x="1942560" y="2778480"/>
            <a:ext cx="310680" cy="310680"/>
          </a:xfrm>
          <a:prstGeom prst="ellipse">
            <a:avLst/>
          </a:prstGeom>
          <a:solidFill>
            <a:schemeClr val="accent1"/>
          </a:solidFill>
          <a:ln w="19080">
            <a:solidFill>
              <a:srgbClr val="ffffff"/>
            </a:solidFill>
            <a:round/>
          </a:ln>
        </p:spPr>
        <p:style>
          <a:lnRef idx="0"/>
          <a:fillRef idx="0"/>
          <a:effectRef idx="0"/>
          <a:fontRef idx="minor"/>
        </p:style>
      </p:sp>
      <p:sp>
        <p:nvSpPr>
          <p:cNvPr id="188" name="CustomShape 18"/>
          <p:cNvSpPr/>
          <p:nvPr/>
        </p:nvSpPr>
        <p:spPr>
          <a:xfrm>
            <a:off x="1942560" y="2778480"/>
            <a:ext cx="310680" cy="310680"/>
          </a:xfrm>
          <a:prstGeom prst="rect">
            <a:avLst/>
          </a:prstGeom>
          <a:noFill/>
          <a:ln>
            <a:noFill/>
          </a:ln>
        </p:spPr>
        <p:style>
          <a:lnRef idx="0"/>
          <a:fillRef idx="0"/>
          <a:effectRef idx="0"/>
          <a:fontRef idx="minor"/>
        </p:style>
        <p:txBody>
          <a:bodyPr lIns="0" rIns="0" tIns="0" bIns="0" anchor="ctr">
            <a:noAutofit/>
          </a:bodyPr>
          <a:p>
            <a:pPr algn="ctr">
              <a:lnSpc>
                <a:spcPct val="100000"/>
              </a:lnSpc>
            </a:pPr>
            <a:r>
              <a:rPr b="1" lang="de-DE" sz="1200" spc="-1" strike="noStrike">
                <a:solidFill>
                  <a:srgbClr val="ffffff"/>
                </a:solidFill>
                <a:latin typeface="Arial"/>
              </a:rPr>
              <a:t>4</a:t>
            </a:r>
            <a:endParaRPr b="0" lang="de-DE" sz="1200" spc="-1" strike="noStrike">
              <a:latin typeface="Arial"/>
            </a:endParaRPr>
          </a:p>
        </p:txBody>
      </p:sp>
      <p:sp>
        <p:nvSpPr>
          <p:cNvPr id="189" name="CustomShape 19"/>
          <p:cNvSpPr/>
          <p:nvPr/>
        </p:nvSpPr>
        <p:spPr>
          <a:xfrm>
            <a:off x="5257800" y="2606040"/>
            <a:ext cx="310680" cy="310680"/>
          </a:xfrm>
          <a:prstGeom prst="ellipse">
            <a:avLst/>
          </a:prstGeom>
          <a:solidFill>
            <a:schemeClr val="accent1"/>
          </a:solidFill>
          <a:ln w="12600">
            <a:solidFill>
              <a:schemeClr val="accent1"/>
            </a:solidFill>
            <a:round/>
          </a:ln>
        </p:spPr>
        <p:style>
          <a:lnRef idx="0"/>
          <a:fillRef idx="0"/>
          <a:effectRef idx="0"/>
          <a:fontRef idx="minor"/>
        </p:style>
      </p:sp>
      <p:sp>
        <p:nvSpPr>
          <p:cNvPr id="190" name="CustomShape 20"/>
          <p:cNvSpPr/>
          <p:nvPr/>
        </p:nvSpPr>
        <p:spPr>
          <a:xfrm>
            <a:off x="5257800" y="2606040"/>
            <a:ext cx="310680" cy="310680"/>
          </a:xfrm>
          <a:prstGeom prst="rect">
            <a:avLst/>
          </a:prstGeom>
          <a:noFill/>
          <a:ln>
            <a:noFill/>
          </a:ln>
        </p:spPr>
        <p:style>
          <a:lnRef idx="0"/>
          <a:fillRef idx="0"/>
          <a:effectRef idx="0"/>
          <a:fontRef idx="minor"/>
        </p:style>
        <p:txBody>
          <a:bodyPr lIns="0" rIns="0" tIns="0" bIns="0" anchor="ctr">
            <a:noAutofit/>
          </a:bodyPr>
          <a:p>
            <a:pPr algn="ctr">
              <a:lnSpc>
                <a:spcPct val="100000"/>
              </a:lnSpc>
            </a:pPr>
            <a:r>
              <a:rPr b="1" lang="de-DE" sz="1200" spc="-1" strike="noStrike">
                <a:solidFill>
                  <a:srgbClr val="ffffff"/>
                </a:solidFill>
                <a:latin typeface="Arial"/>
              </a:rPr>
              <a:t>4</a:t>
            </a:r>
            <a:endParaRPr b="0" lang="de-DE" sz="1200" spc="-1" strike="noStrike">
              <a:latin typeface="Arial"/>
            </a:endParaRPr>
          </a:p>
        </p:txBody>
      </p:sp>
      <p:sp>
        <p:nvSpPr>
          <p:cNvPr id="191" name="CustomShape 21"/>
          <p:cNvSpPr/>
          <p:nvPr/>
        </p:nvSpPr>
        <p:spPr>
          <a:xfrm>
            <a:off x="5669280" y="2606040"/>
            <a:ext cx="3017160" cy="310680"/>
          </a:xfrm>
          <a:prstGeom prst="rect">
            <a:avLst/>
          </a:prstGeom>
          <a:noFill/>
          <a:ln>
            <a:noFill/>
          </a:ln>
        </p:spPr>
        <p:style>
          <a:lnRef idx="0"/>
          <a:fillRef idx="0"/>
          <a:effectRef idx="0"/>
          <a:fontRef idx="minor"/>
        </p:style>
        <p:txBody>
          <a:bodyPr lIns="0" rIns="0" tIns="0" bIns="0" anchor="ctr">
            <a:noAutofit/>
          </a:bodyPr>
          <a:p>
            <a:pPr>
              <a:lnSpc>
                <a:spcPct val="100000"/>
              </a:lnSpc>
            </a:pPr>
            <a:r>
              <a:rPr b="0" lang="de-DE" sz="1300" spc="-1" strike="noStrike">
                <a:solidFill>
                  <a:srgbClr val="1a1a1a"/>
                </a:solidFill>
                <a:latin typeface="Arial"/>
              </a:rPr>
              <a:t>Spannungssensor ZMPT101B</a:t>
            </a:r>
            <a:endParaRPr b="0" lang="de-DE" sz="1300" spc="-1" strike="noStrike">
              <a:latin typeface="Arial"/>
            </a:endParaRPr>
          </a:p>
        </p:txBody>
      </p:sp>
      <p:sp>
        <p:nvSpPr>
          <p:cNvPr id="192" name="CustomShape 22"/>
          <p:cNvSpPr/>
          <p:nvPr/>
        </p:nvSpPr>
        <p:spPr>
          <a:xfrm>
            <a:off x="1570680" y="3445560"/>
            <a:ext cx="310680" cy="310680"/>
          </a:xfrm>
          <a:prstGeom prst="ellipse">
            <a:avLst/>
          </a:prstGeom>
          <a:solidFill>
            <a:schemeClr val="accent1"/>
          </a:solidFill>
          <a:ln w="19080">
            <a:solidFill>
              <a:srgbClr val="ffffff"/>
            </a:solidFill>
            <a:round/>
          </a:ln>
        </p:spPr>
        <p:style>
          <a:lnRef idx="0"/>
          <a:fillRef idx="0"/>
          <a:effectRef idx="0"/>
          <a:fontRef idx="minor"/>
        </p:style>
      </p:sp>
      <p:sp>
        <p:nvSpPr>
          <p:cNvPr id="193" name="CustomShape 23"/>
          <p:cNvSpPr/>
          <p:nvPr/>
        </p:nvSpPr>
        <p:spPr>
          <a:xfrm>
            <a:off x="1570680" y="3445560"/>
            <a:ext cx="310680" cy="310680"/>
          </a:xfrm>
          <a:prstGeom prst="rect">
            <a:avLst/>
          </a:prstGeom>
          <a:noFill/>
          <a:ln>
            <a:noFill/>
          </a:ln>
        </p:spPr>
        <p:style>
          <a:lnRef idx="0"/>
          <a:fillRef idx="0"/>
          <a:effectRef idx="0"/>
          <a:fontRef idx="minor"/>
        </p:style>
        <p:txBody>
          <a:bodyPr lIns="0" rIns="0" tIns="0" bIns="0" anchor="ctr">
            <a:noAutofit/>
          </a:bodyPr>
          <a:p>
            <a:pPr algn="ctr">
              <a:lnSpc>
                <a:spcPct val="100000"/>
              </a:lnSpc>
            </a:pPr>
            <a:r>
              <a:rPr b="1" lang="de-DE" sz="1200" spc="-1" strike="noStrike">
                <a:solidFill>
                  <a:srgbClr val="ffffff"/>
                </a:solidFill>
                <a:latin typeface="Arial"/>
              </a:rPr>
              <a:t>5</a:t>
            </a:r>
            <a:endParaRPr b="0" lang="de-DE" sz="1200" spc="-1" strike="noStrike">
              <a:latin typeface="Arial"/>
            </a:endParaRPr>
          </a:p>
        </p:txBody>
      </p:sp>
      <p:sp>
        <p:nvSpPr>
          <p:cNvPr id="194" name="CustomShape 24"/>
          <p:cNvSpPr/>
          <p:nvPr/>
        </p:nvSpPr>
        <p:spPr>
          <a:xfrm>
            <a:off x="5257800" y="3017520"/>
            <a:ext cx="310680" cy="310680"/>
          </a:xfrm>
          <a:prstGeom prst="ellipse">
            <a:avLst/>
          </a:prstGeom>
          <a:solidFill>
            <a:schemeClr val="accent1"/>
          </a:solidFill>
          <a:ln w="12600">
            <a:solidFill>
              <a:schemeClr val="accent1"/>
            </a:solidFill>
            <a:round/>
          </a:ln>
        </p:spPr>
        <p:style>
          <a:lnRef idx="0"/>
          <a:fillRef idx="0"/>
          <a:effectRef idx="0"/>
          <a:fontRef idx="minor"/>
        </p:style>
      </p:sp>
      <p:sp>
        <p:nvSpPr>
          <p:cNvPr id="195" name="CustomShape 25"/>
          <p:cNvSpPr/>
          <p:nvPr/>
        </p:nvSpPr>
        <p:spPr>
          <a:xfrm>
            <a:off x="5257800" y="3017520"/>
            <a:ext cx="310680" cy="310680"/>
          </a:xfrm>
          <a:prstGeom prst="rect">
            <a:avLst/>
          </a:prstGeom>
          <a:noFill/>
          <a:ln>
            <a:noFill/>
          </a:ln>
        </p:spPr>
        <p:style>
          <a:lnRef idx="0"/>
          <a:fillRef idx="0"/>
          <a:effectRef idx="0"/>
          <a:fontRef idx="minor"/>
        </p:style>
        <p:txBody>
          <a:bodyPr lIns="0" rIns="0" tIns="0" bIns="0" anchor="ctr">
            <a:noAutofit/>
          </a:bodyPr>
          <a:p>
            <a:pPr algn="ctr">
              <a:lnSpc>
                <a:spcPct val="100000"/>
              </a:lnSpc>
            </a:pPr>
            <a:r>
              <a:rPr b="1" lang="de-DE" sz="1200" spc="-1" strike="noStrike">
                <a:solidFill>
                  <a:srgbClr val="ffffff"/>
                </a:solidFill>
                <a:latin typeface="Arial"/>
              </a:rPr>
              <a:t>5</a:t>
            </a:r>
            <a:endParaRPr b="0" lang="de-DE" sz="1200" spc="-1" strike="noStrike">
              <a:latin typeface="Arial"/>
            </a:endParaRPr>
          </a:p>
        </p:txBody>
      </p:sp>
      <p:sp>
        <p:nvSpPr>
          <p:cNvPr id="196" name="CustomShape 26"/>
          <p:cNvSpPr/>
          <p:nvPr/>
        </p:nvSpPr>
        <p:spPr>
          <a:xfrm>
            <a:off x="5669280" y="3017520"/>
            <a:ext cx="3017160" cy="310680"/>
          </a:xfrm>
          <a:prstGeom prst="rect">
            <a:avLst/>
          </a:prstGeom>
          <a:noFill/>
          <a:ln>
            <a:noFill/>
          </a:ln>
        </p:spPr>
        <p:style>
          <a:lnRef idx="0"/>
          <a:fillRef idx="0"/>
          <a:effectRef idx="0"/>
          <a:fontRef idx="minor"/>
        </p:style>
        <p:txBody>
          <a:bodyPr lIns="0" rIns="0" tIns="0" bIns="0" anchor="ctr">
            <a:noAutofit/>
          </a:bodyPr>
          <a:p>
            <a:pPr>
              <a:lnSpc>
                <a:spcPct val="100000"/>
              </a:lnSpc>
            </a:pPr>
            <a:r>
              <a:rPr b="0" lang="de-DE" sz="1300" spc="-1" strike="noStrike">
                <a:solidFill>
                  <a:srgbClr val="1a1a1a"/>
                </a:solidFill>
                <a:latin typeface="Arial"/>
              </a:rPr>
              <a:t>Stromsensor ACS712</a:t>
            </a:r>
            <a:endParaRPr b="0" lang="de-DE" sz="1300" spc="-1" strike="noStrike">
              <a:latin typeface="Arial"/>
            </a:endParaRPr>
          </a:p>
        </p:txBody>
      </p:sp>
      <p:sp>
        <p:nvSpPr>
          <p:cNvPr id="197" name="CustomShape 27"/>
          <p:cNvSpPr/>
          <p:nvPr/>
        </p:nvSpPr>
        <p:spPr>
          <a:xfrm>
            <a:off x="2817720" y="2679840"/>
            <a:ext cx="310680" cy="310680"/>
          </a:xfrm>
          <a:prstGeom prst="ellipse">
            <a:avLst/>
          </a:prstGeom>
          <a:solidFill>
            <a:schemeClr val="accent1"/>
          </a:solidFill>
          <a:ln w="19080">
            <a:solidFill>
              <a:srgbClr val="ffffff"/>
            </a:solidFill>
            <a:round/>
          </a:ln>
        </p:spPr>
        <p:style>
          <a:lnRef idx="0"/>
          <a:fillRef idx="0"/>
          <a:effectRef idx="0"/>
          <a:fontRef idx="minor"/>
        </p:style>
      </p:sp>
      <p:sp>
        <p:nvSpPr>
          <p:cNvPr id="198" name="CustomShape 28"/>
          <p:cNvSpPr/>
          <p:nvPr/>
        </p:nvSpPr>
        <p:spPr>
          <a:xfrm>
            <a:off x="2817720" y="2679840"/>
            <a:ext cx="310680" cy="310680"/>
          </a:xfrm>
          <a:prstGeom prst="rect">
            <a:avLst/>
          </a:prstGeom>
          <a:noFill/>
          <a:ln>
            <a:noFill/>
          </a:ln>
        </p:spPr>
        <p:style>
          <a:lnRef idx="0"/>
          <a:fillRef idx="0"/>
          <a:effectRef idx="0"/>
          <a:fontRef idx="minor"/>
        </p:style>
        <p:txBody>
          <a:bodyPr lIns="0" rIns="0" tIns="0" bIns="0" anchor="ctr">
            <a:noAutofit/>
          </a:bodyPr>
          <a:p>
            <a:pPr algn="ctr">
              <a:lnSpc>
                <a:spcPct val="100000"/>
              </a:lnSpc>
            </a:pPr>
            <a:r>
              <a:rPr b="1" lang="de-DE" sz="1200" spc="-1" strike="noStrike">
                <a:solidFill>
                  <a:srgbClr val="ffffff"/>
                </a:solidFill>
                <a:latin typeface="Arial"/>
              </a:rPr>
              <a:t>6</a:t>
            </a:r>
            <a:endParaRPr b="0" lang="de-DE" sz="1200" spc="-1" strike="noStrike">
              <a:latin typeface="Arial"/>
            </a:endParaRPr>
          </a:p>
        </p:txBody>
      </p:sp>
      <p:sp>
        <p:nvSpPr>
          <p:cNvPr id="199" name="CustomShape 29"/>
          <p:cNvSpPr/>
          <p:nvPr/>
        </p:nvSpPr>
        <p:spPr>
          <a:xfrm>
            <a:off x="5257800" y="3429000"/>
            <a:ext cx="310680" cy="310680"/>
          </a:xfrm>
          <a:prstGeom prst="ellipse">
            <a:avLst/>
          </a:prstGeom>
          <a:solidFill>
            <a:schemeClr val="accent1"/>
          </a:solidFill>
          <a:ln w="12600">
            <a:solidFill>
              <a:schemeClr val="accent1"/>
            </a:solidFill>
            <a:round/>
          </a:ln>
        </p:spPr>
        <p:style>
          <a:lnRef idx="0"/>
          <a:fillRef idx="0"/>
          <a:effectRef idx="0"/>
          <a:fontRef idx="minor"/>
        </p:style>
      </p:sp>
      <p:sp>
        <p:nvSpPr>
          <p:cNvPr id="200" name="CustomShape 30"/>
          <p:cNvSpPr/>
          <p:nvPr/>
        </p:nvSpPr>
        <p:spPr>
          <a:xfrm>
            <a:off x="5257800" y="3429000"/>
            <a:ext cx="310680" cy="310680"/>
          </a:xfrm>
          <a:prstGeom prst="rect">
            <a:avLst/>
          </a:prstGeom>
          <a:noFill/>
          <a:ln>
            <a:noFill/>
          </a:ln>
        </p:spPr>
        <p:style>
          <a:lnRef idx="0"/>
          <a:fillRef idx="0"/>
          <a:effectRef idx="0"/>
          <a:fontRef idx="minor"/>
        </p:style>
        <p:txBody>
          <a:bodyPr lIns="0" rIns="0" tIns="0" bIns="0" anchor="ctr">
            <a:noAutofit/>
          </a:bodyPr>
          <a:p>
            <a:pPr algn="ctr">
              <a:lnSpc>
                <a:spcPct val="100000"/>
              </a:lnSpc>
            </a:pPr>
            <a:r>
              <a:rPr b="1" lang="de-DE" sz="1200" spc="-1" strike="noStrike">
                <a:solidFill>
                  <a:srgbClr val="ffffff"/>
                </a:solidFill>
                <a:latin typeface="Arial"/>
              </a:rPr>
              <a:t>6</a:t>
            </a:r>
            <a:endParaRPr b="0" lang="de-DE" sz="1200" spc="-1" strike="noStrike">
              <a:latin typeface="Arial"/>
            </a:endParaRPr>
          </a:p>
        </p:txBody>
      </p:sp>
      <p:sp>
        <p:nvSpPr>
          <p:cNvPr id="201" name="CustomShape 31"/>
          <p:cNvSpPr/>
          <p:nvPr/>
        </p:nvSpPr>
        <p:spPr>
          <a:xfrm>
            <a:off x="5669280" y="3429000"/>
            <a:ext cx="3017160" cy="310680"/>
          </a:xfrm>
          <a:prstGeom prst="rect">
            <a:avLst/>
          </a:prstGeom>
          <a:noFill/>
          <a:ln>
            <a:noFill/>
          </a:ln>
        </p:spPr>
        <p:style>
          <a:lnRef idx="0"/>
          <a:fillRef idx="0"/>
          <a:effectRef idx="0"/>
          <a:fontRef idx="minor"/>
        </p:style>
        <p:txBody>
          <a:bodyPr lIns="0" rIns="0" tIns="0" bIns="0" anchor="ctr">
            <a:noAutofit/>
          </a:bodyPr>
          <a:p>
            <a:pPr>
              <a:lnSpc>
                <a:spcPct val="100000"/>
              </a:lnSpc>
            </a:pPr>
            <a:r>
              <a:rPr b="0" lang="de-DE" sz="1300" spc="-1" strike="noStrike">
                <a:solidFill>
                  <a:srgbClr val="1a1a1a"/>
                </a:solidFill>
                <a:latin typeface="Arial"/>
              </a:rPr>
              <a:t>Ringkerndrossel, 1 mH</a:t>
            </a:r>
            <a:endParaRPr b="0" lang="de-DE" sz="1300" spc="-1" strike="noStrike">
              <a:latin typeface="Arial"/>
            </a:endParaRPr>
          </a:p>
        </p:txBody>
      </p:sp>
      <p:sp>
        <p:nvSpPr>
          <p:cNvPr id="202" name="CustomShape 32"/>
          <p:cNvSpPr/>
          <p:nvPr/>
        </p:nvSpPr>
        <p:spPr>
          <a:xfrm>
            <a:off x="4020840" y="2920680"/>
            <a:ext cx="310680" cy="310680"/>
          </a:xfrm>
          <a:prstGeom prst="ellipse">
            <a:avLst/>
          </a:prstGeom>
          <a:solidFill>
            <a:schemeClr val="accent1"/>
          </a:solidFill>
          <a:ln w="19080">
            <a:solidFill>
              <a:srgbClr val="ffffff"/>
            </a:solidFill>
            <a:round/>
          </a:ln>
        </p:spPr>
        <p:style>
          <a:lnRef idx="0"/>
          <a:fillRef idx="0"/>
          <a:effectRef idx="0"/>
          <a:fontRef idx="minor"/>
        </p:style>
      </p:sp>
      <p:sp>
        <p:nvSpPr>
          <p:cNvPr id="203" name="CustomShape 33"/>
          <p:cNvSpPr/>
          <p:nvPr/>
        </p:nvSpPr>
        <p:spPr>
          <a:xfrm>
            <a:off x="4020840" y="2920680"/>
            <a:ext cx="310680" cy="310680"/>
          </a:xfrm>
          <a:prstGeom prst="rect">
            <a:avLst/>
          </a:prstGeom>
          <a:noFill/>
          <a:ln>
            <a:noFill/>
          </a:ln>
        </p:spPr>
        <p:style>
          <a:lnRef idx="0"/>
          <a:fillRef idx="0"/>
          <a:effectRef idx="0"/>
          <a:fontRef idx="minor"/>
        </p:style>
        <p:txBody>
          <a:bodyPr lIns="0" rIns="0" tIns="0" bIns="0" anchor="ctr">
            <a:noAutofit/>
          </a:bodyPr>
          <a:p>
            <a:pPr algn="ctr">
              <a:lnSpc>
                <a:spcPct val="100000"/>
              </a:lnSpc>
            </a:pPr>
            <a:r>
              <a:rPr b="1" lang="de-DE" sz="1200" spc="-1" strike="noStrike">
                <a:solidFill>
                  <a:srgbClr val="ffffff"/>
                </a:solidFill>
                <a:latin typeface="Arial"/>
              </a:rPr>
              <a:t>7</a:t>
            </a:r>
            <a:endParaRPr b="0" lang="de-DE" sz="1200" spc="-1" strike="noStrike">
              <a:latin typeface="Arial"/>
            </a:endParaRPr>
          </a:p>
        </p:txBody>
      </p:sp>
      <p:sp>
        <p:nvSpPr>
          <p:cNvPr id="204" name="CustomShape 34"/>
          <p:cNvSpPr/>
          <p:nvPr/>
        </p:nvSpPr>
        <p:spPr>
          <a:xfrm>
            <a:off x="5257800" y="3840480"/>
            <a:ext cx="310680" cy="310680"/>
          </a:xfrm>
          <a:prstGeom prst="ellipse">
            <a:avLst/>
          </a:prstGeom>
          <a:solidFill>
            <a:schemeClr val="accent1"/>
          </a:solidFill>
          <a:ln w="12600">
            <a:solidFill>
              <a:schemeClr val="accent1"/>
            </a:solidFill>
            <a:round/>
          </a:ln>
        </p:spPr>
        <p:style>
          <a:lnRef idx="0"/>
          <a:fillRef idx="0"/>
          <a:effectRef idx="0"/>
          <a:fontRef idx="minor"/>
        </p:style>
      </p:sp>
      <p:sp>
        <p:nvSpPr>
          <p:cNvPr id="205" name="CustomShape 35"/>
          <p:cNvSpPr/>
          <p:nvPr/>
        </p:nvSpPr>
        <p:spPr>
          <a:xfrm>
            <a:off x="5257800" y="3840480"/>
            <a:ext cx="310680" cy="310680"/>
          </a:xfrm>
          <a:prstGeom prst="rect">
            <a:avLst/>
          </a:prstGeom>
          <a:noFill/>
          <a:ln>
            <a:noFill/>
          </a:ln>
        </p:spPr>
        <p:style>
          <a:lnRef idx="0"/>
          <a:fillRef idx="0"/>
          <a:effectRef idx="0"/>
          <a:fontRef idx="minor"/>
        </p:style>
        <p:txBody>
          <a:bodyPr lIns="0" rIns="0" tIns="0" bIns="0" anchor="ctr">
            <a:noAutofit/>
          </a:bodyPr>
          <a:p>
            <a:pPr algn="ctr">
              <a:lnSpc>
                <a:spcPct val="100000"/>
              </a:lnSpc>
            </a:pPr>
            <a:r>
              <a:rPr b="1" lang="de-DE" sz="1200" spc="-1" strike="noStrike">
                <a:solidFill>
                  <a:srgbClr val="ffffff"/>
                </a:solidFill>
                <a:latin typeface="Arial"/>
              </a:rPr>
              <a:t>7</a:t>
            </a:r>
            <a:endParaRPr b="0" lang="de-DE" sz="1200" spc="-1" strike="noStrike">
              <a:latin typeface="Arial"/>
            </a:endParaRPr>
          </a:p>
        </p:txBody>
      </p:sp>
      <p:sp>
        <p:nvSpPr>
          <p:cNvPr id="206" name="CustomShape 36"/>
          <p:cNvSpPr/>
          <p:nvPr/>
        </p:nvSpPr>
        <p:spPr>
          <a:xfrm>
            <a:off x="5669280" y="3840480"/>
            <a:ext cx="3017160" cy="310680"/>
          </a:xfrm>
          <a:prstGeom prst="rect">
            <a:avLst/>
          </a:prstGeom>
          <a:noFill/>
          <a:ln>
            <a:noFill/>
          </a:ln>
        </p:spPr>
        <p:style>
          <a:lnRef idx="0"/>
          <a:fillRef idx="0"/>
          <a:effectRef idx="0"/>
          <a:fontRef idx="minor"/>
        </p:style>
        <p:txBody>
          <a:bodyPr lIns="0" rIns="0" tIns="0" bIns="0" anchor="ctr">
            <a:noAutofit/>
          </a:bodyPr>
          <a:p>
            <a:pPr>
              <a:lnSpc>
                <a:spcPct val="100000"/>
              </a:lnSpc>
            </a:pPr>
            <a:r>
              <a:rPr b="0" lang="de-DE" sz="1300" spc="-1" strike="noStrike">
                <a:solidFill>
                  <a:srgbClr val="1a1a1a"/>
                </a:solidFill>
                <a:latin typeface="Arial"/>
              </a:rPr>
              <a:t>Kondensatoren, 7 × 1 µF</a:t>
            </a:r>
            <a:endParaRPr b="0" lang="de-DE" sz="1300" spc="-1" strike="noStrike">
              <a:latin typeface="Arial"/>
            </a:endParaRPr>
          </a:p>
        </p:txBody>
      </p:sp>
      <p:sp>
        <p:nvSpPr>
          <p:cNvPr id="207" name="CustomShape 37"/>
          <p:cNvSpPr/>
          <p:nvPr/>
        </p:nvSpPr>
        <p:spPr>
          <a:xfrm>
            <a:off x="3758400" y="3598920"/>
            <a:ext cx="310680" cy="310680"/>
          </a:xfrm>
          <a:prstGeom prst="ellipse">
            <a:avLst/>
          </a:prstGeom>
          <a:solidFill>
            <a:schemeClr val="accent1"/>
          </a:solidFill>
          <a:ln w="19080">
            <a:solidFill>
              <a:srgbClr val="ffffff"/>
            </a:solidFill>
            <a:round/>
          </a:ln>
        </p:spPr>
        <p:style>
          <a:lnRef idx="0"/>
          <a:fillRef idx="0"/>
          <a:effectRef idx="0"/>
          <a:fontRef idx="minor"/>
        </p:style>
      </p:sp>
      <p:sp>
        <p:nvSpPr>
          <p:cNvPr id="208" name="CustomShape 38"/>
          <p:cNvSpPr/>
          <p:nvPr/>
        </p:nvSpPr>
        <p:spPr>
          <a:xfrm>
            <a:off x="3758400" y="3598920"/>
            <a:ext cx="310680" cy="310680"/>
          </a:xfrm>
          <a:prstGeom prst="rect">
            <a:avLst/>
          </a:prstGeom>
          <a:noFill/>
          <a:ln>
            <a:noFill/>
          </a:ln>
        </p:spPr>
        <p:style>
          <a:lnRef idx="0"/>
          <a:fillRef idx="0"/>
          <a:effectRef idx="0"/>
          <a:fontRef idx="minor"/>
        </p:style>
        <p:txBody>
          <a:bodyPr lIns="0" rIns="0" tIns="0" bIns="0" anchor="ctr">
            <a:noAutofit/>
          </a:bodyPr>
          <a:p>
            <a:pPr algn="ctr">
              <a:lnSpc>
                <a:spcPct val="100000"/>
              </a:lnSpc>
            </a:pPr>
            <a:r>
              <a:rPr b="1" lang="de-DE" sz="1200" spc="-1" strike="noStrike">
                <a:solidFill>
                  <a:srgbClr val="ffffff"/>
                </a:solidFill>
                <a:latin typeface="Arial"/>
              </a:rPr>
              <a:t>8</a:t>
            </a:r>
            <a:endParaRPr b="0" lang="de-DE" sz="1200" spc="-1" strike="noStrike">
              <a:latin typeface="Arial"/>
            </a:endParaRPr>
          </a:p>
        </p:txBody>
      </p:sp>
      <p:sp>
        <p:nvSpPr>
          <p:cNvPr id="209" name="CustomShape 39"/>
          <p:cNvSpPr/>
          <p:nvPr/>
        </p:nvSpPr>
        <p:spPr>
          <a:xfrm>
            <a:off x="5257800" y="4251960"/>
            <a:ext cx="310680" cy="310680"/>
          </a:xfrm>
          <a:prstGeom prst="ellipse">
            <a:avLst/>
          </a:prstGeom>
          <a:solidFill>
            <a:schemeClr val="accent1"/>
          </a:solidFill>
          <a:ln w="12600">
            <a:solidFill>
              <a:schemeClr val="accent1"/>
            </a:solidFill>
            <a:round/>
          </a:ln>
        </p:spPr>
        <p:style>
          <a:lnRef idx="0"/>
          <a:fillRef idx="0"/>
          <a:effectRef idx="0"/>
          <a:fontRef idx="minor"/>
        </p:style>
      </p:sp>
      <p:sp>
        <p:nvSpPr>
          <p:cNvPr id="210" name="CustomShape 40"/>
          <p:cNvSpPr/>
          <p:nvPr/>
        </p:nvSpPr>
        <p:spPr>
          <a:xfrm>
            <a:off x="5257800" y="4251960"/>
            <a:ext cx="310680" cy="310680"/>
          </a:xfrm>
          <a:prstGeom prst="rect">
            <a:avLst/>
          </a:prstGeom>
          <a:noFill/>
          <a:ln>
            <a:noFill/>
          </a:ln>
        </p:spPr>
        <p:style>
          <a:lnRef idx="0"/>
          <a:fillRef idx="0"/>
          <a:effectRef idx="0"/>
          <a:fontRef idx="minor"/>
        </p:style>
        <p:txBody>
          <a:bodyPr lIns="0" rIns="0" tIns="0" bIns="0" anchor="ctr">
            <a:noAutofit/>
          </a:bodyPr>
          <a:p>
            <a:pPr algn="ctr">
              <a:lnSpc>
                <a:spcPct val="100000"/>
              </a:lnSpc>
            </a:pPr>
            <a:r>
              <a:rPr b="1" lang="de-DE" sz="1200" spc="-1" strike="noStrike">
                <a:solidFill>
                  <a:srgbClr val="ffffff"/>
                </a:solidFill>
                <a:latin typeface="Arial"/>
              </a:rPr>
              <a:t>8</a:t>
            </a:r>
            <a:endParaRPr b="0" lang="de-DE" sz="1200" spc="-1" strike="noStrike">
              <a:latin typeface="Arial"/>
            </a:endParaRPr>
          </a:p>
        </p:txBody>
      </p:sp>
      <p:sp>
        <p:nvSpPr>
          <p:cNvPr id="211" name="CustomShape 41"/>
          <p:cNvSpPr/>
          <p:nvPr/>
        </p:nvSpPr>
        <p:spPr>
          <a:xfrm>
            <a:off x="5669280" y="4251960"/>
            <a:ext cx="3017160" cy="310680"/>
          </a:xfrm>
          <a:prstGeom prst="rect">
            <a:avLst/>
          </a:prstGeom>
          <a:noFill/>
          <a:ln>
            <a:noFill/>
          </a:ln>
        </p:spPr>
        <p:style>
          <a:lnRef idx="0"/>
          <a:fillRef idx="0"/>
          <a:effectRef idx="0"/>
          <a:fontRef idx="minor"/>
        </p:style>
        <p:txBody>
          <a:bodyPr lIns="0" rIns="0" tIns="0" bIns="0" anchor="ctr">
            <a:noAutofit/>
          </a:bodyPr>
          <a:p>
            <a:pPr>
              <a:lnSpc>
                <a:spcPct val="100000"/>
              </a:lnSpc>
            </a:pPr>
            <a:r>
              <a:rPr b="0" lang="de-DE" sz="1300" spc="-1" strike="noStrike">
                <a:solidFill>
                  <a:srgbClr val="1a1a1a"/>
                </a:solidFill>
                <a:latin typeface="Arial"/>
              </a:rPr>
              <a:t>Lampe 12 V, 1,2 W in E10-Fassung</a:t>
            </a:r>
            <a:endParaRPr b="0" lang="de-DE" sz="1300" spc="-1" strike="noStrike">
              <a:latin typeface="Arial"/>
            </a:endParaRPr>
          </a:p>
        </p:txBody>
      </p:sp>
      <p:sp>
        <p:nvSpPr>
          <p:cNvPr id="212" name="TextShape 42"/>
          <p:cNvSpPr txBox="1"/>
          <p:nvPr/>
        </p:nvSpPr>
        <p:spPr>
          <a:xfrm>
            <a:off x="8321040" y="4869360"/>
            <a:ext cx="456840" cy="273960"/>
          </a:xfrm>
          <a:prstGeom prst="rect">
            <a:avLst/>
          </a:prstGeom>
          <a:noFill/>
          <a:ln>
            <a:noFill/>
          </a:ln>
        </p:spPr>
        <p:txBody>
          <a:bodyPr lIns="90000" rIns="90000" tIns="45000" bIns="45000" anchor="ctr">
            <a:noAutofit/>
          </a:bodyPr>
          <a:p>
            <a:pPr algn="r">
              <a:lnSpc>
                <a:spcPct val="100000"/>
              </a:lnSpc>
            </a:pPr>
            <a:fld id="{8AA3C139-2C63-4F94-A0F5-57C67C6098DE}" type="slidenum">
              <a:rPr b="0" lang="de-DE" sz="900" spc="-1" strike="noStrike">
                <a:solidFill>
                  <a:srgbClr val="ffffff"/>
                </a:solidFill>
                <a:latin typeface="Arial"/>
              </a:rPr>
              <a:t>1</a:t>
            </a:fld>
            <a:endParaRPr b="0" lang="de-DE" sz="900" spc="-1" strike="noStrike">
              <a:latin typeface="Times New Roman"/>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3" name="TextShape 1"/>
          <p:cNvSpPr txBox="1"/>
          <p:nvPr/>
        </p:nvSpPr>
        <p:spPr>
          <a:xfrm>
            <a:off x="457200" y="658440"/>
            <a:ext cx="8229240" cy="548280"/>
          </a:xfrm>
          <a:prstGeom prst="rect">
            <a:avLst/>
          </a:prstGeom>
          <a:noFill/>
          <a:ln>
            <a:noFill/>
          </a:ln>
        </p:spPr>
        <p:txBody>
          <a:bodyPr lIns="0" rIns="0" tIns="0" bIns="0" anchor="ctr">
            <a:noAutofit/>
          </a:bodyPr>
          <a:p>
            <a:pPr>
              <a:lnSpc>
                <a:spcPct val="100000"/>
              </a:lnSpc>
            </a:pPr>
            <a:r>
              <a:rPr b="1" lang="de-DE" sz="2400" spc="-1" strike="noStrike">
                <a:solidFill>
                  <a:srgbClr val="1a1a1a"/>
                </a:solidFill>
                <a:latin typeface="Arial"/>
              </a:rPr>
              <a:t>Workflow</a:t>
            </a:r>
            <a:endParaRPr b="0" lang="de-DE" sz="2400" spc="-1" strike="noStrike">
              <a:solidFill>
                <a:srgbClr val="1a1a1a"/>
              </a:solidFill>
              <a:latin typeface="Arial"/>
            </a:endParaRPr>
          </a:p>
        </p:txBody>
      </p:sp>
      <p:sp>
        <p:nvSpPr>
          <p:cNvPr id="214" name="Line 2"/>
          <p:cNvSpPr/>
          <p:nvPr/>
        </p:nvSpPr>
        <p:spPr>
          <a:xfrm>
            <a:off x="960120" y="1783080"/>
            <a:ext cx="7315200" cy="0"/>
          </a:xfrm>
          <a:prstGeom prst="line">
            <a:avLst/>
          </a:prstGeom>
          <a:ln w="19080">
            <a:solidFill>
              <a:schemeClr val="accent2"/>
            </a:solidFill>
            <a:round/>
          </a:ln>
        </p:spPr>
        <p:style>
          <a:lnRef idx="0"/>
          <a:fillRef idx="0"/>
          <a:effectRef idx="0"/>
          <a:fontRef idx="minor"/>
        </p:style>
      </p:sp>
      <p:sp>
        <p:nvSpPr>
          <p:cNvPr id="215" name="CustomShape 3"/>
          <p:cNvSpPr/>
          <p:nvPr/>
        </p:nvSpPr>
        <p:spPr>
          <a:xfrm>
            <a:off x="685800" y="1508760"/>
            <a:ext cx="548280" cy="548280"/>
          </a:xfrm>
          <a:prstGeom prst="ellipse">
            <a:avLst/>
          </a:prstGeom>
          <a:solidFill>
            <a:srgbClr val="000000"/>
          </a:solidFill>
          <a:ln w="12600">
            <a:solidFill>
              <a:srgbClr val="000000"/>
            </a:solidFill>
            <a:round/>
          </a:ln>
        </p:spPr>
        <p:style>
          <a:lnRef idx="0"/>
          <a:fillRef idx="0"/>
          <a:effectRef idx="0"/>
          <a:fontRef idx="minor"/>
        </p:style>
      </p:sp>
      <p:sp>
        <p:nvSpPr>
          <p:cNvPr id="216" name="CustomShape 4"/>
          <p:cNvSpPr/>
          <p:nvPr/>
        </p:nvSpPr>
        <p:spPr>
          <a:xfrm>
            <a:off x="685800" y="1508760"/>
            <a:ext cx="548280" cy="548280"/>
          </a:xfrm>
          <a:prstGeom prst="rect">
            <a:avLst/>
          </a:prstGeom>
          <a:noFill/>
          <a:ln>
            <a:noFill/>
          </a:ln>
        </p:spPr>
        <p:style>
          <a:lnRef idx="0"/>
          <a:fillRef idx="0"/>
          <a:effectRef idx="0"/>
          <a:fontRef idx="minor"/>
        </p:style>
        <p:txBody>
          <a:bodyPr lIns="0" rIns="0" tIns="0" bIns="0" anchor="ctr">
            <a:noAutofit/>
          </a:bodyPr>
          <a:p>
            <a:pPr algn="ctr">
              <a:lnSpc>
                <a:spcPct val="100000"/>
              </a:lnSpc>
            </a:pPr>
            <a:r>
              <a:rPr b="1" lang="de-DE" sz="1800" spc="-1" strike="noStrike">
                <a:solidFill>
                  <a:srgbClr val="ffffff"/>
                </a:solidFill>
                <a:latin typeface="Arial"/>
              </a:rPr>
              <a:t>1</a:t>
            </a:r>
            <a:endParaRPr b="0" lang="de-DE" sz="1800" spc="-1" strike="noStrike">
              <a:latin typeface="Arial"/>
            </a:endParaRPr>
          </a:p>
        </p:txBody>
      </p:sp>
      <p:sp>
        <p:nvSpPr>
          <p:cNvPr id="217" name="CustomShape 5"/>
          <p:cNvSpPr/>
          <p:nvPr/>
        </p:nvSpPr>
        <p:spPr>
          <a:xfrm>
            <a:off x="274320" y="2194560"/>
            <a:ext cx="1371240" cy="319680"/>
          </a:xfrm>
          <a:prstGeom prst="rect">
            <a:avLst/>
          </a:prstGeom>
          <a:noFill/>
          <a:ln>
            <a:noFill/>
          </a:ln>
        </p:spPr>
        <p:style>
          <a:lnRef idx="0"/>
          <a:fillRef idx="0"/>
          <a:effectRef idx="0"/>
          <a:fontRef idx="minor"/>
        </p:style>
        <p:txBody>
          <a:bodyPr lIns="0" rIns="0" tIns="0" bIns="0" anchor="ctr">
            <a:noAutofit/>
          </a:bodyPr>
          <a:p>
            <a:pPr algn="ctr">
              <a:lnSpc>
                <a:spcPct val="100000"/>
              </a:lnSpc>
            </a:pPr>
            <a:r>
              <a:rPr b="1" lang="de-DE" sz="1300" spc="-1" strike="noStrike">
                <a:solidFill>
                  <a:srgbClr val="1a1a1a"/>
                </a:solidFill>
                <a:latin typeface="Arial"/>
              </a:rPr>
              <a:t>Planung</a:t>
            </a:r>
            <a:endParaRPr b="0" lang="de-DE" sz="1300" spc="-1" strike="noStrike">
              <a:latin typeface="Arial"/>
            </a:endParaRPr>
          </a:p>
        </p:txBody>
      </p:sp>
      <p:sp>
        <p:nvSpPr>
          <p:cNvPr id="218" name="CustomShape 6"/>
          <p:cNvSpPr/>
          <p:nvPr/>
        </p:nvSpPr>
        <p:spPr>
          <a:xfrm>
            <a:off x="274320" y="2541960"/>
            <a:ext cx="1371240" cy="914040"/>
          </a:xfrm>
          <a:prstGeom prst="rect">
            <a:avLst/>
          </a:prstGeom>
          <a:noFill/>
          <a:ln>
            <a:noFill/>
          </a:ln>
        </p:spPr>
        <p:style>
          <a:lnRef idx="0"/>
          <a:fillRef idx="0"/>
          <a:effectRef idx="0"/>
          <a:fontRef idx="minor"/>
        </p:style>
        <p:txBody>
          <a:bodyPr lIns="0" rIns="0" tIns="0" bIns="0">
            <a:noAutofit/>
          </a:bodyPr>
          <a:p>
            <a:pPr algn="ctr">
              <a:lnSpc>
                <a:spcPct val="100000"/>
              </a:lnSpc>
            </a:pPr>
            <a:r>
              <a:rPr b="0" lang="de-DE" sz="1100" spc="-1" strike="noStrike">
                <a:solidFill>
                  <a:srgbClr val="1a1a1a"/>
                </a:solidFill>
                <a:latin typeface="Arial"/>
              </a:rPr>
              <a:t>Konzept, Bauteilwahl, Pinbelegung in CubeMX</a:t>
            </a:r>
            <a:endParaRPr b="0" lang="de-DE" sz="1100" spc="-1" strike="noStrike">
              <a:latin typeface="Arial"/>
            </a:endParaRPr>
          </a:p>
        </p:txBody>
      </p:sp>
      <p:sp>
        <p:nvSpPr>
          <p:cNvPr id="219" name="CustomShape 7"/>
          <p:cNvSpPr/>
          <p:nvPr/>
        </p:nvSpPr>
        <p:spPr>
          <a:xfrm>
            <a:off x="2148840" y="1508760"/>
            <a:ext cx="548280" cy="548280"/>
          </a:xfrm>
          <a:prstGeom prst="ellipse">
            <a:avLst/>
          </a:prstGeom>
          <a:solidFill>
            <a:srgbClr val="000000"/>
          </a:solidFill>
          <a:ln w="12600">
            <a:solidFill>
              <a:srgbClr val="000000"/>
            </a:solidFill>
            <a:round/>
          </a:ln>
        </p:spPr>
        <p:style>
          <a:lnRef idx="0"/>
          <a:fillRef idx="0"/>
          <a:effectRef idx="0"/>
          <a:fontRef idx="minor"/>
        </p:style>
      </p:sp>
      <p:sp>
        <p:nvSpPr>
          <p:cNvPr id="220" name="CustomShape 8"/>
          <p:cNvSpPr/>
          <p:nvPr/>
        </p:nvSpPr>
        <p:spPr>
          <a:xfrm>
            <a:off x="2148840" y="1508760"/>
            <a:ext cx="548280" cy="548280"/>
          </a:xfrm>
          <a:prstGeom prst="rect">
            <a:avLst/>
          </a:prstGeom>
          <a:noFill/>
          <a:ln>
            <a:noFill/>
          </a:ln>
        </p:spPr>
        <p:style>
          <a:lnRef idx="0"/>
          <a:fillRef idx="0"/>
          <a:effectRef idx="0"/>
          <a:fontRef idx="minor"/>
        </p:style>
        <p:txBody>
          <a:bodyPr lIns="0" rIns="0" tIns="0" bIns="0" anchor="ctr">
            <a:noAutofit/>
          </a:bodyPr>
          <a:p>
            <a:pPr algn="ctr">
              <a:lnSpc>
                <a:spcPct val="100000"/>
              </a:lnSpc>
            </a:pPr>
            <a:r>
              <a:rPr b="1" lang="de-DE" sz="1800" spc="-1" strike="noStrike">
                <a:solidFill>
                  <a:srgbClr val="ffffff"/>
                </a:solidFill>
                <a:latin typeface="Arial"/>
              </a:rPr>
              <a:t>2</a:t>
            </a:r>
            <a:endParaRPr b="0" lang="de-DE" sz="1800" spc="-1" strike="noStrike">
              <a:latin typeface="Arial"/>
            </a:endParaRPr>
          </a:p>
        </p:txBody>
      </p:sp>
      <p:sp>
        <p:nvSpPr>
          <p:cNvPr id="221" name="CustomShape 9"/>
          <p:cNvSpPr/>
          <p:nvPr/>
        </p:nvSpPr>
        <p:spPr>
          <a:xfrm>
            <a:off x="1737360" y="2194560"/>
            <a:ext cx="1371240" cy="319680"/>
          </a:xfrm>
          <a:prstGeom prst="rect">
            <a:avLst/>
          </a:prstGeom>
          <a:noFill/>
          <a:ln>
            <a:noFill/>
          </a:ln>
        </p:spPr>
        <p:style>
          <a:lnRef idx="0"/>
          <a:fillRef idx="0"/>
          <a:effectRef idx="0"/>
          <a:fontRef idx="minor"/>
        </p:style>
        <p:txBody>
          <a:bodyPr lIns="0" rIns="0" tIns="0" bIns="0" anchor="ctr">
            <a:noAutofit/>
          </a:bodyPr>
          <a:p>
            <a:pPr algn="ctr">
              <a:lnSpc>
                <a:spcPct val="100000"/>
              </a:lnSpc>
            </a:pPr>
            <a:r>
              <a:rPr b="1" lang="de-DE" sz="1300" spc="-1" strike="noStrike">
                <a:solidFill>
                  <a:srgbClr val="1a1a1a"/>
                </a:solidFill>
                <a:latin typeface="Arial"/>
              </a:rPr>
              <a:t>Firmware</a:t>
            </a:r>
            <a:endParaRPr b="0" lang="de-DE" sz="1300" spc="-1" strike="noStrike">
              <a:latin typeface="Arial"/>
            </a:endParaRPr>
          </a:p>
        </p:txBody>
      </p:sp>
      <p:sp>
        <p:nvSpPr>
          <p:cNvPr id="222" name="CustomShape 10"/>
          <p:cNvSpPr/>
          <p:nvPr/>
        </p:nvSpPr>
        <p:spPr>
          <a:xfrm>
            <a:off x="1737360" y="2541960"/>
            <a:ext cx="1371240" cy="914040"/>
          </a:xfrm>
          <a:prstGeom prst="rect">
            <a:avLst/>
          </a:prstGeom>
          <a:noFill/>
          <a:ln>
            <a:noFill/>
          </a:ln>
        </p:spPr>
        <p:style>
          <a:lnRef idx="0"/>
          <a:fillRef idx="0"/>
          <a:effectRef idx="0"/>
          <a:fontRef idx="minor"/>
        </p:style>
        <p:txBody>
          <a:bodyPr lIns="0" rIns="0" tIns="0" bIns="0">
            <a:noAutofit/>
          </a:bodyPr>
          <a:p>
            <a:pPr algn="ctr">
              <a:lnSpc>
                <a:spcPct val="100000"/>
              </a:lnSpc>
            </a:pPr>
            <a:r>
              <a:rPr b="0" lang="de-DE" sz="1100" spc="-1" strike="noStrike">
                <a:solidFill>
                  <a:srgbClr val="1a1a1a"/>
                </a:solidFill>
                <a:latin typeface="Arial"/>
              </a:rPr>
              <a:t>Sinus-PWM mit Timer und DMA</a:t>
            </a:r>
            <a:endParaRPr b="0" lang="de-DE" sz="1100" spc="-1" strike="noStrike">
              <a:latin typeface="Arial"/>
            </a:endParaRPr>
          </a:p>
        </p:txBody>
      </p:sp>
      <p:sp>
        <p:nvSpPr>
          <p:cNvPr id="223" name="CustomShape 11"/>
          <p:cNvSpPr/>
          <p:nvPr/>
        </p:nvSpPr>
        <p:spPr>
          <a:xfrm>
            <a:off x="3611880" y="1508760"/>
            <a:ext cx="548280" cy="548280"/>
          </a:xfrm>
          <a:prstGeom prst="ellipse">
            <a:avLst/>
          </a:prstGeom>
          <a:solidFill>
            <a:srgbClr val="000000"/>
          </a:solidFill>
          <a:ln w="12600">
            <a:solidFill>
              <a:srgbClr val="000000"/>
            </a:solidFill>
            <a:round/>
          </a:ln>
        </p:spPr>
        <p:style>
          <a:lnRef idx="0"/>
          <a:fillRef idx="0"/>
          <a:effectRef idx="0"/>
          <a:fontRef idx="minor"/>
        </p:style>
      </p:sp>
      <p:sp>
        <p:nvSpPr>
          <p:cNvPr id="224" name="CustomShape 12"/>
          <p:cNvSpPr/>
          <p:nvPr/>
        </p:nvSpPr>
        <p:spPr>
          <a:xfrm>
            <a:off x="3611880" y="1508760"/>
            <a:ext cx="548280" cy="548280"/>
          </a:xfrm>
          <a:prstGeom prst="rect">
            <a:avLst/>
          </a:prstGeom>
          <a:noFill/>
          <a:ln>
            <a:noFill/>
          </a:ln>
        </p:spPr>
        <p:style>
          <a:lnRef idx="0"/>
          <a:fillRef idx="0"/>
          <a:effectRef idx="0"/>
          <a:fontRef idx="minor"/>
        </p:style>
        <p:txBody>
          <a:bodyPr lIns="0" rIns="0" tIns="0" bIns="0" anchor="ctr">
            <a:noAutofit/>
          </a:bodyPr>
          <a:p>
            <a:pPr algn="ctr">
              <a:lnSpc>
                <a:spcPct val="100000"/>
              </a:lnSpc>
            </a:pPr>
            <a:r>
              <a:rPr b="1" lang="de-DE" sz="1800" spc="-1" strike="noStrike">
                <a:solidFill>
                  <a:srgbClr val="ffffff"/>
                </a:solidFill>
                <a:latin typeface="Arial"/>
              </a:rPr>
              <a:t>3</a:t>
            </a:r>
            <a:endParaRPr b="0" lang="de-DE" sz="1800" spc="-1" strike="noStrike">
              <a:latin typeface="Arial"/>
            </a:endParaRPr>
          </a:p>
        </p:txBody>
      </p:sp>
      <p:sp>
        <p:nvSpPr>
          <p:cNvPr id="225" name="CustomShape 13"/>
          <p:cNvSpPr/>
          <p:nvPr/>
        </p:nvSpPr>
        <p:spPr>
          <a:xfrm>
            <a:off x="3200400" y="2194560"/>
            <a:ext cx="1371240" cy="319680"/>
          </a:xfrm>
          <a:prstGeom prst="rect">
            <a:avLst/>
          </a:prstGeom>
          <a:noFill/>
          <a:ln>
            <a:noFill/>
          </a:ln>
        </p:spPr>
        <p:style>
          <a:lnRef idx="0"/>
          <a:fillRef idx="0"/>
          <a:effectRef idx="0"/>
          <a:fontRef idx="minor"/>
        </p:style>
        <p:txBody>
          <a:bodyPr lIns="0" rIns="0" tIns="0" bIns="0" anchor="ctr">
            <a:noAutofit/>
          </a:bodyPr>
          <a:p>
            <a:pPr algn="ctr">
              <a:lnSpc>
                <a:spcPct val="100000"/>
              </a:lnSpc>
            </a:pPr>
            <a:r>
              <a:rPr b="1" lang="de-DE" sz="1300" spc="-1" strike="noStrike">
                <a:solidFill>
                  <a:srgbClr val="1a1a1a"/>
                </a:solidFill>
                <a:latin typeface="Arial"/>
              </a:rPr>
              <a:t>Aufbau</a:t>
            </a:r>
            <a:endParaRPr b="0" lang="de-DE" sz="1300" spc="-1" strike="noStrike">
              <a:latin typeface="Arial"/>
            </a:endParaRPr>
          </a:p>
        </p:txBody>
      </p:sp>
      <p:sp>
        <p:nvSpPr>
          <p:cNvPr id="226" name="CustomShape 14"/>
          <p:cNvSpPr/>
          <p:nvPr/>
        </p:nvSpPr>
        <p:spPr>
          <a:xfrm>
            <a:off x="3200400" y="2541960"/>
            <a:ext cx="1371240" cy="914040"/>
          </a:xfrm>
          <a:prstGeom prst="rect">
            <a:avLst/>
          </a:prstGeom>
          <a:noFill/>
          <a:ln>
            <a:noFill/>
          </a:ln>
        </p:spPr>
        <p:style>
          <a:lnRef idx="0"/>
          <a:fillRef idx="0"/>
          <a:effectRef idx="0"/>
          <a:fontRef idx="minor"/>
        </p:style>
        <p:txBody>
          <a:bodyPr lIns="0" rIns="0" tIns="0" bIns="0">
            <a:noAutofit/>
          </a:bodyPr>
          <a:p>
            <a:pPr algn="ctr">
              <a:lnSpc>
                <a:spcPct val="100000"/>
              </a:lnSpc>
            </a:pPr>
            <a:r>
              <a:rPr b="0" lang="de-DE" sz="1100" spc="-1" strike="noStrike">
                <a:solidFill>
                  <a:srgbClr val="1a1a1a"/>
                </a:solidFill>
                <a:latin typeface="Arial"/>
              </a:rPr>
              <a:t>Verdrahtung mit Steckklemmen, gemeinsame Masse</a:t>
            </a:r>
            <a:endParaRPr b="0" lang="de-DE" sz="1100" spc="-1" strike="noStrike">
              <a:latin typeface="Arial"/>
            </a:endParaRPr>
          </a:p>
        </p:txBody>
      </p:sp>
      <p:sp>
        <p:nvSpPr>
          <p:cNvPr id="227" name="CustomShape 15"/>
          <p:cNvSpPr/>
          <p:nvPr/>
        </p:nvSpPr>
        <p:spPr>
          <a:xfrm>
            <a:off x="5074920" y="1508760"/>
            <a:ext cx="548280" cy="548280"/>
          </a:xfrm>
          <a:prstGeom prst="ellipse">
            <a:avLst/>
          </a:prstGeom>
          <a:solidFill>
            <a:srgbClr val="000000"/>
          </a:solidFill>
          <a:ln w="12600">
            <a:solidFill>
              <a:srgbClr val="000000"/>
            </a:solidFill>
            <a:round/>
          </a:ln>
        </p:spPr>
        <p:style>
          <a:lnRef idx="0"/>
          <a:fillRef idx="0"/>
          <a:effectRef idx="0"/>
          <a:fontRef idx="minor"/>
        </p:style>
      </p:sp>
      <p:sp>
        <p:nvSpPr>
          <p:cNvPr id="228" name="CustomShape 16"/>
          <p:cNvSpPr/>
          <p:nvPr/>
        </p:nvSpPr>
        <p:spPr>
          <a:xfrm>
            <a:off x="5074920" y="1508760"/>
            <a:ext cx="548280" cy="548280"/>
          </a:xfrm>
          <a:prstGeom prst="rect">
            <a:avLst/>
          </a:prstGeom>
          <a:noFill/>
          <a:ln>
            <a:noFill/>
          </a:ln>
        </p:spPr>
        <p:style>
          <a:lnRef idx="0"/>
          <a:fillRef idx="0"/>
          <a:effectRef idx="0"/>
          <a:fontRef idx="minor"/>
        </p:style>
        <p:txBody>
          <a:bodyPr lIns="0" rIns="0" tIns="0" bIns="0" anchor="ctr">
            <a:noAutofit/>
          </a:bodyPr>
          <a:p>
            <a:pPr algn="ctr">
              <a:lnSpc>
                <a:spcPct val="100000"/>
              </a:lnSpc>
            </a:pPr>
            <a:r>
              <a:rPr b="1" lang="de-DE" sz="1800" spc="-1" strike="noStrike">
                <a:solidFill>
                  <a:srgbClr val="ffffff"/>
                </a:solidFill>
                <a:latin typeface="Arial"/>
              </a:rPr>
              <a:t>4</a:t>
            </a:r>
            <a:endParaRPr b="0" lang="de-DE" sz="1800" spc="-1" strike="noStrike">
              <a:latin typeface="Arial"/>
            </a:endParaRPr>
          </a:p>
        </p:txBody>
      </p:sp>
      <p:sp>
        <p:nvSpPr>
          <p:cNvPr id="229" name="CustomShape 17"/>
          <p:cNvSpPr/>
          <p:nvPr/>
        </p:nvSpPr>
        <p:spPr>
          <a:xfrm>
            <a:off x="4663440" y="2194560"/>
            <a:ext cx="1371240" cy="319680"/>
          </a:xfrm>
          <a:prstGeom prst="rect">
            <a:avLst/>
          </a:prstGeom>
          <a:noFill/>
          <a:ln>
            <a:noFill/>
          </a:ln>
        </p:spPr>
        <p:style>
          <a:lnRef idx="0"/>
          <a:fillRef idx="0"/>
          <a:effectRef idx="0"/>
          <a:fontRef idx="minor"/>
        </p:style>
        <p:txBody>
          <a:bodyPr lIns="0" rIns="0" tIns="0" bIns="0" anchor="ctr">
            <a:noAutofit/>
          </a:bodyPr>
          <a:p>
            <a:pPr algn="ctr">
              <a:lnSpc>
                <a:spcPct val="100000"/>
              </a:lnSpc>
            </a:pPr>
            <a:r>
              <a:rPr b="1" lang="de-DE" sz="1300" spc="-1" strike="noStrike">
                <a:solidFill>
                  <a:srgbClr val="1a1a1a"/>
                </a:solidFill>
                <a:latin typeface="Arial"/>
              </a:rPr>
              <a:t>Inbetriebnahme</a:t>
            </a:r>
            <a:endParaRPr b="0" lang="de-DE" sz="1300" spc="-1" strike="noStrike">
              <a:latin typeface="Arial"/>
            </a:endParaRPr>
          </a:p>
        </p:txBody>
      </p:sp>
      <p:sp>
        <p:nvSpPr>
          <p:cNvPr id="230" name="CustomShape 18"/>
          <p:cNvSpPr/>
          <p:nvPr/>
        </p:nvSpPr>
        <p:spPr>
          <a:xfrm>
            <a:off x="4663440" y="2541960"/>
            <a:ext cx="1371240" cy="914040"/>
          </a:xfrm>
          <a:prstGeom prst="rect">
            <a:avLst/>
          </a:prstGeom>
          <a:noFill/>
          <a:ln>
            <a:noFill/>
          </a:ln>
        </p:spPr>
        <p:style>
          <a:lnRef idx="0"/>
          <a:fillRef idx="0"/>
          <a:effectRef idx="0"/>
          <a:fontRef idx="minor"/>
        </p:style>
        <p:txBody>
          <a:bodyPr lIns="0" rIns="0" tIns="0" bIns="0">
            <a:noAutofit/>
          </a:bodyPr>
          <a:p>
            <a:pPr algn="ctr">
              <a:lnSpc>
                <a:spcPct val="100000"/>
              </a:lnSpc>
            </a:pPr>
            <a:r>
              <a:rPr b="0" lang="de-DE" sz="1100" spc="-1" strike="noStrike">
                <a:solidFill>
                  <a:srgbClr val="1a1a1a"/>
                </a:solidFill>
                <a:latin typeface="Arial"/>
              </a:rPr>
              <a:t>Erst nur USB, dann 24 V mit Strombegrenzung</a:t>
            </a:r>
            <a:endParaRPr b="0" lang="de-DE" sz="1100" spc="-1" strike="noStrike">
              <a:latin typeface="Arial"/>
            </a:endParaRPr>
          </a:p>
        </p:txBody>
      </p:sp>
      <p:sp>
        <p:nvSpPr>
          <p:cNvPr id="231" name="CustomShape 19"/>
          <p:cNvSpPr/>
          <p:nvPr/>
        </p:nvSpPr>
        <p:spPr>
          <a:xfrm>
            <a:off x="6537960" y="1508760"/>
            <a:ext cx="548280" cy="548280"/>
          </a:xfrm>
          <a:prstGeom prst="ellipse">
            <a:avLst/>
          </a:prstGeom>
          <a:solidFill>
            <a:srgbClr val="000000"/>
          </a:solidFill>
          <a:ln w="12600">
            <a:solidFill>
              <a:srgbClr val="000000"/>
            </a:solidFill>
            <a:round/>
          </a:ln>
        </p:spPr>
        <p:style>
          <a:lnRef idx="0"/>
          <a:fillRef idx="0"/>
          <a:effectRef idx="0"/>
          <a:fontRef idx="minor"/>
        </p:style>
      </p:sp>
      <p:sp>
        <p:nvSpPr>
          <p:cNvPr id="232" name="CustomShape 20"/>
          <p:cNvSpPr/>
          <p:nvPr/>
        </p:nvSpPr>
        <p:spPr>
          <a:xfrm>
            <a:off x="6537960" y="1508760"/>
            <a:ext cx="548280" cy="548280"/>
          </a:xfrm>
          <a:prstGeom prst="rect">
            <a:avLst/>
          </a:prstGeom>
          <a:noFill/>
          <a:ln>
            <a:noFill/>
          </a:ln>
        </p:spPr>
        <p:style>
          <a:lnRef idx="0"/>
          <a:fillRef idx="0"/>
          <a:effectRef idx="0"/>
          <a:fontRef idx="minor"/>
        </p:style>
        <p:txBody>
          <a:bodyPr lIns="0" rIns="0" tIns="0" bIns="0" anchor="ctr">
            <a:noAutofit/>
          </a:bodyPr>
          <a:p>
            <a:pPr algn="ctr">
              <a:lnSpc>
                <a:spcPct val="100000"/>
              </a:lnSpc>
            </a:pPr>
            <a:r>
              <a:rPr b="1" lang="de-DE" sz="1800" spc="-1" strike="noStrike">
                <a:solidFill>
                  <a:srgbClr val="ffffff"/>
                </a:solidFill>
                <a:latin typeface="Arial"/>
              </a:rPr>
              <a:t>5</a:t>
            </a:r>
            <a:endParaRPr b="0" lang="de-DE" sz="1800" spc="-1" strike="noStrike">
              <a:latin typeface="Arial"/>
            </a:endParaRPr>
          </a:p>
        </p:txBody>
      </p:sp>
      <p:sp>
        <p:nvSpPr>
          <p:cNvPr id="233" name="CustomShape 21"/>
          <p:cNvSpPr/>
          <p:nvPr/>
        </p:nvSpPr>
        <p:spPr>
          <a:xfrm>
            <a:off x="6126480" y="2194560"/>
            <a:ext cx="1371240" cy="319680"/>
          </a:xfrm>
          <a:prstGeom prst="rect">
            <a:avLst/>
          </a:prstGeom>
          <a:noFill/>
          <a:ln>
            <a:noFill/>
          </a:ln>
        </p:spPr>
        <p:style>
          <a:lnRef idx="0"/>
          <a:fillRef idx="0"/>
          <a:effectRef idx="0"/>
          <a:fontRef idx="minor"/>
        </p:style>
        <p:txBody>
          <a:bodyPr lIns="0" rIns="0" tIns="0" bIns="0" anchor="ctr">
            <a:noAutofit/>
          </a:bodyPr>
          <a:p>
            <a:pPr algn="ctr">
              <a:lnSpc>
                <a:spcPct val="100000"/>
              </a:lnSpc>
            </a:pPr>
            <a:r>
              <a:rPr b="1" lang="de-DE" sz="1300" spc="-1" strike="noStrike">
                <a:solidFill>
                  <a:srgbClr val="1a1a1a"/>
                </a:solidFill>
                <a:latin typeface="Arial"/>
              </a:rPr>
              <a:t>Messung</a:t>
            </a:r>
            <a:endParaRPr b="0" lang="de-DE" sz="1300" spc="-1" strike="noStrike">
              <a:latin typeface="Arial"/>
            </a:endParaRPr>
          </a:p>
        </p:txBody>
      </p:sp>
      <p:sp>
        <p:nvSpPr>
          <p:cNvPr id="234" name="CustomShape 22"/>
          <p:cNvSpPr/>
          <p:nvPr/>
        </p:nvSpPr>
        <p:spPr>
          <a:xfrm>
            <a:off x="6126480" y="2541960"/>
            <a:ext cx="1371240" cy="914040"/>
          </a:xfrm>
          <a:prstGeom prst="rect">
            <a:avLst/>
          </a:prstGeom>
          <a:noFill/>
          <a:ln>
            <a:noFill/>
          </a:ln>
        </p:spPr>
        <p:style>
          <a:lnRef idx="0"/>
          <a:fillRef idx="0"/>
          <a:effectRef idx="0"/>
          <a:fontRef idx="minor"/>
        </p:style>
        <p:txBody>
          <a:bodyPr lIns="0" rIns="0" tIns="0" bIns="0">
            <a:noAutofit/>
          </a:bodyPr>
          <a:p>
            <a:pPr algn="ctr">
              <a:lnSpc>
                <a:spcPct val="100000"/>
              </a:lnSpc>
            </a:pPr>
            <a:r>
              <a:rPr b="0" lang="de-DE" sz="1100" spc="-1" strike="noStrike">
                <a:solidFill>
                  <a:srgbClr val="1a1a1a"/>
                </a:solidFill>
                <a:latin typeface="Arial"/>
              </a:rPr>
              <a:t>Multimeter, Oszilloskop, Kalibrierung</a:t>
            </a:r>
            <a:endParaRPr b="0" lang="de-DE" sz="1100" spc="-1" strike="noStrike">
              <a:latin typeface="Arial"/>
            </a:endParaRPr>
          </a:p>
        </p:txBody>
      </p:sp>
      <p:sp>
        <p:nvSpPr>
          <p:cNvPr id="235" name="CustomShape 23"/>
          <p:cNvSpPr/>
          <p:nvPr/>
        </p:nvSpPr>
        <p:spPr>
          <a:xfrm>
            <a:off x="8001000" y="1508760"/>
            <a:ext cx="548280" cy="548280"/>
          </a:xfrm>
          <a:prstGeom prst="ellipse">
            <a:avLst/>
          </a:prstGeom>
          <a:solidFill>
            <a:schemeClr val="accent1"/>
          </a:solidFill>
          <a:ln w="12600">
            <a:solidFill>
              <a:schemeClr val="accent1"/>
            </a:solidFill>
            <a:round/>
          </a:ln>
        </p:spPr>
        <p:style>
          <a:lnRef idx="0"/>
          <a:fillRef idx="0"/>
          <a:effectRef idx="0"/>
          <a:fontRef idx="minor"/>
        </p:style>
      </p:sp>
      <p:sp>
        <p:nvSpPr>
          <p:cNvPr id="236" name="CustomShape 24"/>
          <p:cNvSpPr/>
          <p:nvPr/>
        </p:nvSpPr>
        <p:spPr>
          <a:xfrm>
            <a:off x="8001000" y="1508760"/>
            <a:ext cx="548280" cy="548280"/>
          </a:xfrm>
          <a:prstGeom prst="rect">
            <a:avLst/>
          </a:prstGeom>
          <a:noFill/>
          <a:ln>
            <a:noFill/>
          </a:ln>
        </p:spPr>
        <p:style>
          <a:lnRef idx="0"/>
          <a:fillRef idx="0"/>
          <a:effectRef idx="0"/>
          <a:fontRef idx="minor"/>
        </p:style>
        <p:txBody>
          <a:bodyPr lIns="0" rIns="0" tIns="0" bIns="0" anchor="ctr">
            <a:noAutofit/>
          </a:bodyPr>
          <a:p>
            <a:pPr algn="ctr">
              <a:lnSpc>
                <a:spcPct val="100000"/>
              </a:lnSpc>
            </a:pPr>
            <a:r>
              <a:rPr b="1" lang="de-DE" sz="1800" spc="-1" strike="noStrike">
                <a:solidFill>
                  <a:srgbClr val="ffffff"/>
                </a:solidFill>
                <a:latin typeface="Arial"/>
              </a:rPr>
              <a:t>6</a:t>
            </a:r>
            <a:endParaRPr b="0" lang="de-DE" sz="1800" spc="-1" strike="noStrike">
              <a:latin typeface="Arial"/>
            </a:endParaRPr>
          </a:p>
        </p:txBody>
      </p:sp>
      <p:sp>
        <p:nvSpPr>
          <p:cNvPr id="237" name="CustomShape 25"/>
          <p:cNvSpPr/>
          <p:nvPr/>
        </p:nvSpPr>
        <p:spPr>
          <a:xfrm>
            <a:off x="7589520" y="2194560"/>
            <a:ext cx="1371240" cy="319680"/>
          </a:xfrm>
          <a:prstGeom prst="rect">
            <a:avLst/>
          </a:prstGeom>
          <a:noFill/>
          <a:ln>
            <a:noFill/>
          </a:ln>
        </p:spPr>
        <p:style>
          <a:lnRef idx="0"/>
          <a:fillRef idx="0"/>
          <a:effectRef idx="0"/>
          <a:fontRef idx="minor"/>
        </p:style>
        <p:txBody>
          <a:bodyPr lIns="0" rIns="0" tIns="0" bIns="0" anchor="ctr">
            <a:noAutofit/>
          </a:bodyPr>
          <a:p>
            <a:pPr algn="ctr">
              <a:lnSpc>
                <a:spcPct val="100000"/>
              </a:lnSpc>
            </a:pPr>
            <a:r>
              <a:rPr b="1" lang="de-DE" sz="1300" spc="-1" strike="noStrike">
                <a:solidFill>
                  <a:srgbClr val="1a1a1a"/>
                </a:solidFill>
                <a:latin typeface="Arial"/>
              </a:rPr>
              <a:t>Optimierung</a:t>
            </a:r>
            <a:endParaRPr b="0" lang="de-DE" sz="1300" spc="-1" strike="noStrike">
              <a:latin typeface="Arial"/>
            </a:endParaRPr>
          </a:p>
        </p:txBody>
      </p:sp>
      <p:sp>
        <p:nvSpPr>
          <p:cNvPr id="238" name="CustomShape 26"/>
          <p:cNvSpPr/>
          <p:nvPr/>
        </p:nvSpPr>
        <p:spPr>
          <a:xfrm>
            <a:off x="7589520" y="2541960"/>
            <a:ext cx="1371240" cy="914040"/>
          </a:xfrm>
          <a:prstGeom prst="rect">
            <a:avLst/>
          </a:prstGeom>
          <a:noFill/>
          <a:ln>
            <a:noFill/>
          </a:ln>
        </p:spPr>
        <p:style>
          <a:lnRef idx="0"/>
          <a:fillRef idx="0"/>
          <a:effectRef idx="0"/>
          <a:fontRef idx="minor"/>
        </p:style>
        <p:txBody>
          <a:bodyPr lIns="0" rIns="0" tIns="0" bIns="0">
            <a:noAutofit/>
          </a:bodyPr>
          <a:p>
            <a:pPr algn="ctr">
              <a:lnSpc>
                <a:spcPct val="100000"/>
              </a:lnSpc>
            </a:pPr>
            <a:r>
              <a:rPr b="0" lang="de-DE" sz="1100" spc="-1" strike="noStrike">
                <a:solidFill>
                  <a:srgbClr val="1a1a1a"/>
                </a:solidFill>
                <a:latin typeface="Arial"/>
              </a:rPr>
              <a:t>Filter auf 7 µF, robuste Frequenzmessung</a:t>
            </a:r>
            <a:endParaRPr b="0" lang="de-DE" sz="1100" spc="-1" strike="noStrike">
              <a:latin typeface="Arial"/>
            </a:endParaRPr>
          </a:p>
        </p:txBody>
      </p:sp>
      <p:sp>
        <p:nvSpPr>
          <p:cNvPr id="239" name="CustomShape 27"/>
          <p:cNvSpPr/>
          <p:nvPr/>
        </p:nvSpPr>
        <p:spPr>
          <a:xfrm>
            <a:off x="457200" y="3703320"/>
            <a:ext cx="8229240" cy="868320"/>
          </a:xfrm>
          <a:prstGeom prst="roundRect">
            <a:avLst>
              <a:gd name="adj" fmla="val 6316"/>
            </a:avLst>
          </a:prstGeom>
          <a:solidFill>
            <a:srgbClr val="eff2f0"/>
          </a:solidFill>
          <a:ln w="12600">
            <a:solidFill>
              <a:srgbClr val="eff2f0"/>
            </a:solidFill>
            <a:round/>
          </a:ln>
        </p:spPr>
        <p:style>
          <a:lnRef idx="0"/>
          <a:fillRef idx="0"/>
          <a:effectRef idx="0"/>
          <a:fontRef idx="minor"/>
        </p:style>
      </p:sp>
      <p:sp>
        <p:nvSpPr>
          <p:cNvPr id="240" name="CustomShape 28"/>
          <p:cNvSpPr/>
          <p:nvPr/>
        </p:nvSpPr>
        <p:spPr>
          <a:xfrm>
            <a:off x="640080" y="3813120"/>
            <a:ext cx="639720" cy="639720"/>
          </a:xfrm>
          <a:prstGeom prst="ellipse">
            <a:avLst/>
          </a:prstGeom>
          <a:solidFill>
            <a:schemeClr val="accent2"/>
          </a:solidFill>
          <a:ln w="12600">
            <a:solidFill>
              <a:schemeClr val="accent2"/>
            </a:solidFill>
            <a:round/>
          </a:ln>
        </p:spPr>
        <p:style>
          <a:lnRef idx="0"/>
          <a:fillRef idx="0"/>
          <a:effectRef idx="0"/>
          <a:fontRef idx="minor"/>
        </p:style>
      </p:sp>
      <p:pic>
        <p:nvPicPr>
          <p:cNvPr id="241" name="Workflow Hinweis Symbol" descr=""/>
          <p:cNvPicPr/>
          <p:nvPr/>
        </p:nvPicPr>
        <p:blipFill>
          <a:blip r:embed="rId1"/>
          <a:stretch/>
        </p:blipFill>
        <p:spPr>
          <a:xfrm>
            <a:off x="800280" y="3972960"/>
            <a:ext cx="319680" cy="319680"/>
          </a:xfrm>
          <a:prstGeom prst="rect">
            <a:avLst/>
          </a:prstGeom>
          <a:ln>
            <a:noFill/>
          </a:ln>
        </p:spPr>
      </p:pic>
      <p:sp>
        <p:nvSpPr>
          <p:cNvPr id="242" name="CustomShape 29"/>
          <p:cNvSpPr/>
          <p:nvPr/>
        </p:nvSpPr>
        <p:spPr>
          <a:xfrm>
            <a:off x="1463040" y="3703320"/>
            <a:ext cx="7086240" cy="868320"/>
          </a:xfrm>
          <a:prstGeom prst="rect">
            <a:avLst/>
          </a:prstGeom>
          <a:noFill/>
          <a:ln>
            <a:noFill/>
          </a:ln>
        </p:spPr>
        <p:style>
          <a:lnRef idx="0"/>
          <a:fillRef idx="0"/>
          <a:effectRef idx="0"/>
          <a:fontRef idx="minor"/>
        </p:style>
        <p:txBody>
          <a:bodyPr lIns="0" rIns="0" tIns="0" bIns="0" anchor="ctr">
            <a:noAutofit/>
          </a:bodyPr>
          <a:p>
            <a:pPr>
              <a:lnSpc>
                <a:spcPct val="100000"/>
              </a:lnSpc>
            </a:pPr>
            <a:r>
              <a:rPr b="1" lang="de-DE" sz="1300" spc="-1" strike="noStrike">
                <a:solidFill>
                  <a:srgbClr val="1a1a1a"/>
                </a:solidFill>
                <a:latin typeface="Arial"/>
              </a:rPr>
              <a:t>Iteratives Vorgehen: </a:t>
            </a:r>
            <a:r>
              <a:rPr b="0" lang="de-DE" sz="1300" spc="-1" strike="noStrike">
                <a:solidFill>
                  <a:srgbClr val="1a1a1a"/>
                </a:solidFill>
                <a:latin typeface="Arial"/>
              </a:rPr>
              <a:t>Jede Messung hat zu einer Verbesserung geführt.</a:t>
            </a:r>
            <a:endParaRPr b="0" lang="de-DE" sz="1300" spc="-1" strike="noStrike">
              <a:latin typeface="Arial"/>
            </a:endParaRPr>
          </a:p>
        </p:txBody>
      </p:sp>
      <p:sp>
        <p:nvSpPr>
          <p:cNvPr id="243" name="TextShape 30"/>
          <p:cNvSpPr txBox="1"/>
          <p:nvPr/>
        </p:nvSpPr>
        <p:spPr>
          <a:xfrm>
            <a:off x="8321040" y="4869360"/>
            <a:ext cx="456840" cy="273960"/>
          </a:xfrm>
          <a:prstGeom prst="rect">
            <a:avLst/>
          </a:prstGeom>
          <a:noFill/>
          <a:ln>
            <a:noFill/>
          </a:ln>
        </p:spPr>
        <p:txBody>
          <a:bodyPr lIns="90000" rIns="90000" tIns="45000" bIns="45000" anchor="ctr">
            <a:noAutofit/>
          </a:bodyPr>
          <a:p>
            <a:pPr algn="r">
              <a:lnSpc>
                <a:spcPct val="100000"/>
              </a:lnSpc>
            </a:pPr>
            <a:fld id="{987BB0BD-6185-4AFD-9DCF-CF31E41D54A6}" type="slidenum">
              <a:rPr b="0" lang="de-DE" sz="900" spc="-1" strike="noStrike">
                <a:solidFill>
                  <a:srgbClr val="ffffff"/>
                </a:solidFill>
                <a:latin typeface="Arial"/>
              </a:rPr>
              <a:t>1</a:t>
            </a:fld>
            <a:endParaRPr b="0" lang="de-DE" sz="900" spc="-1" strike="noStrike">
              <a:latin typeface="Times New Roman"/>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4" name="TextShape 1"/>
          <p:cNvSpPr txBox="1"/>
          <p:nvPr/>
        </p:nvSpPr>
        <p:spPr>
          <a:xfrm>
            <a:off x="457200" y="658440"/>
            <a:ext cx="8229240" cy="548280"/>
          </a:xfrm>
          <a:prstGeom prst="rect">
            <a:avLst/>
          </a:prstGeom>
          <a:noFill/>
          <a:ln>
            <a:noFill/>
          </a:ln>
        </p:spPr>
        <p:txBody>
          <a:bodyPr lIns="0" rIns="0" tIns="0" bIns="0" anchor="ctr">
            <a:noAutofit/>
          </a:bodyPr>
          <a:p>
            <a:pPr>
              <a:lnSpc>
                <a:spcPct val="100000"/>
              </a:lnSpc>
            </a:pPr>
            <a:r>
              <a:rPr b="1" lang="de-DE" sz="2400" spc="-1" strike="noStrike">
                <a:solidFill>
                  <a:srgbClr val="1a1a1a"/>
                </a:solidFill>
                <a:latin typeface="Arial"/>
              </a:rPr>
              <a:t>Sinus-Pulsweitenmodulation</a:t>
            </a:r>
            <a:endParaRPr b="0" lang="de-DE" sz="2400" spc="-1" strike="noStrike">
              <a:solidFill>
                <a:srgbClr val="1a1a1a"/>
              </a:solidFill>
              <a:latin typeface="Arial"/>
            </a:endParaRPr>
          </a:p>
        </p:txBody>
      </p:sp>
      <p:graphicFrame>
        <p:nvGraphicFramePr>
          <p:cNvPr id="245" name="Diagramm Tastverhältnis"/>
          <p:cNvGraphicFramePr/>
          <p:nvPr/>
        </p:nvGraphicFramePr>
        <p:xfrm>
          <a:off x="457200" y="1325880"/>
          <a:ext cx="4937400" cy="3382920"/>
        </p:xfrm>
        <a:graphic>
          <a:graphicData uri="http://schemas.openxmlformats.org/drawingml/2006/chart">
            <c:chart xmlns:c="http://schemas.openxmlformats.org/drawingml/2006/chart" xmlns:r="http://schemas.openxmlformats.org/officeDocument/2006/relationships" r:id="rId1"/>
          </a:graphicData>
        </a:graphic>
      </p:graphicFrame>
      <p:sp>
        <p:nvSpPr>
          <p:cNvPr id="246" name="CustomShape 2"/>
          <p:cNvSpPr/>
          <p:nvPr/>
        </p:nvSpPr>
        <p:spPr>
          <a:xfrm>
            <a:off x="5852160" y="1417320"/>
            <a:ext cx="2834280" cy="502560"/>
          </a:xfrm>
          <a:prstGeom prst="rect">
            <a:avLst/>
          </a:prstGeom>
          <a:noFill/>
          <a:ln>
            <a:noFill/>
          </a:ln>
        </p:spPr>
        <p:style>
          <a:lnRef idx="0"/>
          <a:fillRef idx="0"/>
          <a:effectRef idx="0"/>
          <a:fontRef idx="minor"/>
        </p:style>
        <p:txBody>
          <a:bodyPr lIns="0" rIns="0" tIns="0" bIns="0" anchor="ctr">
            <a:noAutofit/>
          </a:bodyPr>
          <a:p>
            <a:pPr>
              <a:lnSpc>
                <a:spcPct val="100000"/>
              </a:lnSpc>
            </a:pPr>
            <a:r>
              <a:rPr b="1" lang="de-DE" sz="2800" spc="-1" strike="noStrike">
                <a:solidFill>
                  <a:srgbClr val="80ba24"/>
                </a:solidFill>
                <a:latin typeface="Arial"/>
              </a:rPr>
              <a:t>10 kHz</a:t>
            </a:r>
            <a:endParaRPr b="0" lang="de-DE" sz="2800" spc="-1" strike="noStrike">
              <a:latin typeface="Arial"/>
            </a:endParaRPr>
          </a:p>
        </p:txBody>
      </p:sp>
      <p:sp>
        <p:nvSpPr>
          <p:cNvPr id="247" name="CustomShape 3"/>
          <p:cNvSpPr/>
          <p:nvPr/>
        </p:nvSpPr>
        <p:spPr>
          <a:xfrm>
            <a:off x="5852160" y="1920240"/>
            <a:ext cx="2834280" cy="411120"/>
          </a:xfrm>
          <a:prstGeom prst="rect">
            <a:avLst/>
          </a:prstGeom>
          <a:noFill/>
          <a:ln>
            <a:noFill/>
          </a:ln>
        </p:spPr>
        <p:style>
          <a:lnRef idx="0"/>
          <a:fillRef idx="0"/>
          <a:effectRef idx="0"/>
          <a:fontRef idx="minor"/>
        </p:style>
        <p:txBody>
          <a:bodyPr lIns="0" rIns="0" tIns="0" bIns="0">
            <a:noAutofit/>
          </a:bodyPr>
          <a:p>
            <a:pPr>
              <a:lnSpc>
                <a:spcPct val="100000"/>
              </a:lnSpc>
            </a:pPr>
            <a:r>
              <a:rPr b="0" lang="de-DE" sz="1200" spc="-1" strike="noStrike">
                <a:solidFill>
                  <a:srgbClr val="4b545c"/>
                </a:solidFill>
                <a:latin typeface="Arial"/>
              </a:rPr>
              <a:t>PWM-Frequenz: 168 MHz ÷ 16 800</a:t>
            </a:r>
            <a:endParaRPr b="0" lang="de-DE" sz="1200" spc="-1" strike="noStrike">
              <a:latin typeface="Arial"/>
            </a:endParaRPr>
          </a:p>
        </p:txBody>
      </p:sp>
      <p:sp>
        <p:nvSpPr>
          <p:cNvPr id="248" name="CustomShape 4"/>
          <p:cNvSpPr/>
          <p:nvPr/>
        </p:nvSpPr>
        <p:spPr>
          <a:xfrm>
            <a:off x="5852160" y="2514600"/>
            <a:ext cx="2834280" cy="502560"/>
          </a:xfrm>
          <a:prstGeom prst="rect">
            <a:avLst/>
          </a:prstGeom>
          <a:noFill/>
          <a:ln>
            <a:noFill/>
          </a:ln>
        </p:spPr>
        <p:style>
          <a:lnRef idx="0"/>
          <a:fillRef idx="0"/>
          <a:effectRef idx="0"/>
          <a:fontRef idx="minor"/>
        </p:style>
        <p:txBody>
          <a:bodyPr lIns="0" rIns="0" tIns="0" bIns="0" anchor="ctr">
            <a:noAutofit/>
          </a:bodyPr>
          <a:p>
            <a:pPr>
              <a:lnSpc>
                <a:spcPct val="100000"/>
              </a:lnSpc>
            </a:pPr>
            <a:r>
              <a:rPr b="1" lang="de-DE" sz="2800" spc="-1" strike="noStrike">
                <a:solidFill>
                  <a:srgbClr val="80ba24"/>
                </a:solidFill>
                <a:latin typeface="Arial"/>
              </a:rPr>
              <a:t>50 Hz</a:t>
            </a:r>
            <a:endParaRPr b="0" lang="de-DE" sz="2800" spc="-1" strike="noStrike">
              <a:latin typeface="Arial"/>
            </a:endParaRPr>
          </a:p>
        </p:txBody>
      </p:sp>
      <p:sp>
        <p:nvSpPr>
          <p:cNvPr id="249" name="CustomShape 5"/>
          <p:cNvSpPr/>
          <p:nvPr/>
        </p:nvSpPr>
        <p:spPr>
          <a:xfrm>
            <a:off x="5852160" y="3017520"/>
            <a:ext cx="2834280" cy="411120"/>
          </a:xfrm>
          <a:prstGeom prst="rect">
            <a:avLst/>
          </a:prstGeom>
          <a:noFill/>
          <a:ln>
            <a:noFill/>
          </a:ln>
        </p:spPr>
        <p:style>
          <a:lnRef idx="0"/>
          <a:fillRef idx="0"/>
          <a:effectRef idx="0"/>
          <a:fontRef idx="minor"/>
        </p:style>
        <p:txBody>
          <a:bodyPr lIns="0" rIns="0" tIns="0" bIns="0">
            <a:noAutofit/>
          </a:bodyPr>
          <a:p>
            <a:pPr>
              <a:lnSpc>
                <a:spcPct val="100000"/>
              </a:lnSpc>
            </a:pPr>
            <a:r>
              <a:rPr b="0" lang="de-DE" sz="1200" spc="-1" strike="noStrike">
                <a:solidFill>
                  <a:srgbClr val="4b545c"/>
                </a:solidFill>
                <a:latin typeface="Arial"/>
              </a:rPr>
              <a:t>200 Tabellenwerte pro Periode</a:t>
            </a:r>
            <a:endParaRPr b="0" lang="de-DE" sz="1200" spc="-1" strike="noStrike">
              <a:latin typeface="Arial"/>
            </a:endParaRPr>
          </a:p>
        </p:txBody>
      </p:sp>
      <p:sp>
        <p:nvSpPr>
          <p:cNvPr id="250" name="CustomShape 6"/>
          <p:cNvSpPr/>
          <p:nvPr/>
        </p:nvSpPr>
        <p:spPr>
          <a:xfrm>
            <a:off x="5852160" y="3611880"/>
            <a:ext cx="2834280" cy="502560"/>
          </a:xfrm>
          <a:prstGeom prst="rect">
            <a:avLst/>
          </a:prstGeom>
          <a:noFill/>
          <a:ln>
            <a:noFill/>
          </a:ln>
        </p:spPr>
        <p:style>
          <a:lnRef idx="0"/>
          <a:fillRef idx="0"/>
          <a:effectRef idx="0"/>
          <a:fontRef idx="minor"/>
        </p:style>
        <p:txBody>
          <a:bodyPr lIns="0" rIns="0" tIns="0" bIns="0" anchor="ctr">
            <a:noAutofit/>
          </a:bodyPr>
          <a:p>
            <a:pPr>
              <a:lnSpc>
                <a:spcPct val="100000"/>
              </a:lnSpc>
            </a:pPr>
            <a:r>
              <a:rPr b="1" lang="de-DE" sz="2800" spc="-1" strike="noStrike">
                <a:solidFill>
                  <a:srgbClr val="80ba24"/>
                </a:solidFill>
                <a:latin typeface="Arial"/>
              </a:rPr>
              <a:t>11,88 V</a:t>
            </a:r>
            <a:endParaRPr b="0" lang="de-DE" sz="2800" spc="-1" strike="noStrike">
              <a:latin typeface="Arial"/>
            </a:endParaRPr>
          </a:p>
        </p:txBody>
      </p:sp>
      <p:sp>
        <p:nvSpPr>
          <p:cNvPr id="251" name="CustomShape 7"/>
          <p:cNvSpPr/>
          <p:nvPr/>
        </p:nvSpPr>
        <p:spPr>
          <a:xfrm>
            <a:off x="5852160" y="4114800"/>
            <a:ext cx="2834280" cy="411120"/>
          </a:xfrm>
          <a:prstGeom prst="rect">
            <a:avLst/>
          </a:prstGeom>
          <a:noFill/>
          <a:ln>
            <a:noFill/>
          </a:ln>
        </p:spPr>
        <p:style>
          <a:lnRef idx="0"/>
          <a:fillRef idx="0"/>
          <a:effectRef idx="0"/>
          <a:fontRef idx="minor"/>
        </p:style>
        <p:txBody>
          <a:bodyPr lIns="0" rIns="0" tIns="0" bIns="0">
            <a:noAutofit/>
          </a:bodyPr>
          <a:p>
            <a:pPr>
              <a:lnSpc>
                <a:spcPct val="100000"/>
              </a:lnSpc>
            </a:pPr>
            <a:r>
              <a:rPr b="0" lang="de-DE" sz="1200" spc="-1" strike="noStrike">
                <a:solidFill>
                  <a:srgbClr val="4b545c"/>
                </a:solidFill>
                <a:latin typeface="Arial"/>
              </a:rPr>
              <a:t>Effektivwert: 24 V · 0,70 ÷ √2</a:t>
            </a:r>
            <a:endParaRPr b="0" lang="de-DE" sz="1200" spc="-1" strike="noStrike">
              <a:latin typeface="Arial"/>
            </a:endParaRPr>
          </a:p>
        </p:txBody>
      </p:sp>
      <p:sp>
        <p:nvSpPr>
          <p:cNvPr id="252" name="TextShape 8"/>
          <p:cNvSpPr txBox="1"/>
          <p:nvPr/>
        </p:nvSpPr>
        <p:spPr>
          <a:xfrm>
            <a:off x="8321040" y="4869360"/>
            <a:ext cx="456840" cy="273960"/>
          </a:xfrm>
          <a:prstGeom prst="rect">
            <a:avLst/>
          </a:prstGeom>
          <a:noFill/>
          <a:ln>
            <a:noFill/>
          </a:ln>
        </p:spPr>
        <p:txBody>
          <a:bodyPr lIns="90000" rIns="90000" tIns="45000" bIns="45000" anchor="ctr">
            <a:noAutofit/>
          </a:bodyPr>
          <a:p>
            <a:pPr algn="r">
              <a:lnSpc>
                <a:spcPct val="100000"/>
              </a:lnSpc>
            </a:pPr>
            <a:fld id="{E0F6ACA6-5D5D-4A26-912C-852D16FBA283}" type="slidenum">
              <a:rPr b="0" lang="de-DE" sz="900" spc="-1" strike="noStrike">
                <a:solidFill>
                  <a:srgbClr val="ffffff"/>
                </a:solidFill>
                <a:latin typeface="Arial"/>
              </a:rPr>
              <a:t>1</a:t>
            </a:fld>
            <a:endParaRPr b="0" lang="de-DE" sz="900" spc="-1" strike="noStrike">
              <a:latin typeface="Times New Roman"/>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3" name="TextShape 1"/>
          <p:cNvSpPr txBox="1"/>
          <p:nvPr/>
        </p:nvSpPr>
        <p:spPr>
          <a:xfrm>
            <a:off x="457200" y="658440"/>
            <a:ext cx="8229240" cy="548280"/>
          </a:xfrm>
          <a:prstGeom prst="rect">
            <a:avLst/>
          </a:prstGeom>
          <a:noFill/>
          <a:ln>
            <a:noFill/>
          </a:ln>
        </p:spPr>
        <p:txBody>
          <a:bodyPr lIns="0" rIns="0" tIns="0" bIns="0" anchor="ctr">
            <a:noAutofit/>
          </a:bodyPr>
          <a:p>
            <a:pPr>
              <a:lnSpc>
                <a:spcPct val="100000"/>
              </a:lnSpc>
            </a:pPr>
            <a:r>
              <a:rPr b="1" lang="de-DE" sz="2400" spc="-1" strike="noStrike">
                <a:solidFill>
                  <a:srgbClr val="1a1a1a"/>
                </a:solidFill>
                <a:latin typeface="Arial"/>
              </a:rPr>
              <a:t>Sinuserzeugung mit Timer und DMA</a:t>
            </a:r>
            <a:endParaRPr b="0" lang="de-DE" sz="2400" spc="-1" strike="noStrike">
              <a:solidFill>
                <a:srgbClr val="1a1a1a"/>
              </a:solidFill>
              <a:latin typeface="Arial"/>
            </a:endParaRPr>
          </a:p>
        </p:txBody>
      </p:sp>
      <p:sp>
        <p:nvSpPr>
          <p:cNvPr id="254" name="CustomShape 2"/>
          <p:cNvSpPr/>
          <p:nvPr/>
        </p:nvSpPr>
        <p:spPr>
          <a:xfrm>
            <a:off x="457200" y="1325880"/>
            <a:ext cx="2194560" cy="1143000"/>
          </a:xfrm>
          <a:prstGeom prst="roundRect">
            <a:avLst>
              <a:gd name="adj" fmla="val 2927"/>
            </a:avLst>
          </a:prstGeom>
          <a:solidFill>
            <a:srgbClr val="eff2f0"/>
          </a:solidFill>
          <a:ln w="12600">
            <a:solidFill>
              <a:srgbClr val="eff2f0"/>
            </a:solidFill>
            <a:round/>
          </a:ln>
        </p:spPr>
        <p:style>
          <a:lnRef idx="0"/>
          <a:fillRef idx="0"/>
          <a:effectRef idx="0"/>
          <a:fontRef idx="minor"/>
        </p:style>
      </p:sp>
      <p:sp>
        <p:nvSpPr>
          <p:cNvPr id="255" name="CustomShape 3"/>
          <p:cNvSpPr/>
          <p:nvPr/>
        </p:nvSpPr>
        <p:spPr>
          <a:xfrm>
            <a:off x="594360" y="1463039"/>
            <a:ext cx="438912" cy="438912"/>
          </a:xfrm>
          <a:prstGeom prst="ellipse">
            <a:avLst/>
          </a:prstGeom>
          <a:solidFill>
            <a:schemeClr val="accent1"/>
          </a:solidFill>
          <a:ln w="12600">
            <a:solidFill>
              <a:schemeClr val="accent1"/>
            </a:solidFill>
            <a:round/>
          </a:ln>
        </p:spPr>
        <p:style>
          <a:lnRef idx="0"/>
          <a:fillRef idx="0"/>
          <a:effectRef idx="0"/>
          <a:fontRef idx="minor"/>
        </p:style>
      </p:sp>
      <p:sp>
        <p:nvSpPr>
          <p:cNvPr id="256" name="CustomShape 4"/>
          <p:cNvSpPr/>
          <p:nvPr/>
        </p:nvSpPr>
        <p:spPr>
          <a:xfrm>
            <a:off x="594360" y="1463039"/>
            <a:ext cx="438912" cy="438912"/>
          </a:xfrm>
          <a:prstGeom prst="rect">
            <a:avLst/>
          </a:prstGeom>
          <a:noFill/>
          <a:ln>
            <a:noFill/>
          </a:ln>
        </p:spPr>
        <p:style>
          <a:lnRef idx="0"/>
          <a:fillRef idx="0"/>
          <a:effectRef idx="0"/>
          <a:fontRef idx="minor"/>
        </p:style>
        <p:txBody>
          <a:bodyPr lIns="0" rIns="0" tIns="0" bIns="0" anchor="ctr">
            <a:noAutofit/>
          </a:bodyPr>
          <a:p>
            <a:pPr algn="ctr">
              <a:lnSpc>
                <a:spcPct val="100000"/>
              </a:lnSpc>
            </a:pPr>
            <a:r>
              <a:rPr b="1" lang="de-DE" sz="1800" spc="-1" strike="noStrike">
                <a:solidFill>
                  <a:srgbClr val="ffffff"/>
                </a:solidFill>
                <a:latin typeface="Arial"/>
              </a:rPr>
              <a:t>1</a:t>
            </a:r>
            <a:endParaRPr b="0" lang="de-DE" sz="1800" spc="-1" strike="noStrike">
              <a:latin typeface="Arial"/>
            </a:endParaRPr>
          </a:p>
        </p:txBody>
      </p:sp>
      <p:sp>
        <p:nvSpPr>
          <p:cNvPr id="257" name="CustomShape 5"/>
          <p:cNvSpPr/>
          <p:nvPr/>
        </p:nvSpPr>
        <p:spPr>
          <a:xfrm>
            <a:off x="1143000" y="1463039"/>
            <a:ext cx="1417320" cy="438912"/>
          </a:xfrm>
          <a:prstGeom prst="rect">
            <a:avLst/>
          </a:prstGeom>
          <a:noFill/>
          <a:ln>
            <a:noFill/>
          </a:ln>
        </p:spPr>
        <p:style>
          <a:lnRef idx="0"/>
          <a:fillRef idx="0"/>
          <a:effectRef idx="0"/>
          <a:fontRef idx="minor"/>
        </p:style>
        <p:txBody>
          <a:bodyPr lIns="0" rIns="0" tIns="0" bIns="0" anchor="ctr">
            <a:noAutofit/>
          </a:bodyPr>
          <a:p>
            <a:pPr algn="l">
              <a:lnSpc>
                <a:spcPct val="100000"/>
              </a:lnSpc>
            </a:pPr>
            <a:r>
              <a:rPr b="1" lang="de-DE" sz="1400" spc="-1" strike="noStrike">
                <a:solidFill>
                  <a:srgbClr val="1a1a1a"/>
                </a:solidFill>
                <a:latin typeface="Arial"/>
              </a:rPr>
              <a:t>Sinustabelle</a:t>
            </a:r>
            <a:endParaRPr b="0" lang="de-DE" sz="1400" spc="-1" strike="noStrike">
              <a:latin typeface="Arial"/>
            </a:endParaRPr>
          </a:p>
        </p:txBody>
      </p:sp>
      <p:sp>
        <p:nvSpPr>
          <p:cNvPr id="258" name="CustomShape 6"/>
          <p:cNvSpPr/>
          <p:nvPr/>
        </p:nvSpPr>
        <p:spPr>
          <a:xfrm>
            <a:off x="594360" y="1965960"/>
            <a:ext cx="1965960" cy="457200"/>
          </a:xfrm>
          <a:prstGeom prst="rect">
            <a:avLst/>
          </a:prstGeom>
          <a:noFill/>
          <a:ln>
            <a:noFill/>
          </a:ln>
        </p:spPr>
        <p:style>
          <a:lnRef idx="0"/>
          <a:fillRef idx="0"/>
          <a:effectRef idx="0"/>
          <a:fontRef idx="minor"/>
        </p:style>
        <p:txBody>
          <a:bodyPr lIns="0" rIns="0" tIns="0" bIns="0">
            <a:noAutofit/>
          </a:bodyPr>
          <a:p>
            <a:pPr algn="l">
              <a:lnSpc>
                <a:spcPct val="100000"/>
              </a:lnSpc>
            </a:pPr>
            <a:r>
              <a:rPr b="0" lang="de-DE" sz="1100" spc="-1" strike="noStrike">
                <a:solidFill>
                  <a:srgbClr val="1a1a1a"/>
                </a:solidFill>
                <a:latin typeface="Arial"/>
              </a:rPr>
              <a:t>200 Werte, einmal beim Start berechnet</a:t>
            </a:r>
            <a:endParaRPr b="0" lang="de-DE" sz="1200" spc="-1" strike="noStrike">
              <a:latin typeface="Arial"/>
            </a:endParaRPr>
          </a:p>
        </p:txBody>
      </p:sp>
      <p:sp>
        <p:nvSpPr>
          <p:cNvPr id="260" name="CustomShape 8"/>
          <p:cNvSpPr/>
          <p:nvPr/>
        </p:nvSpPr>
        <p:spPr>
          <a:xfrm>
            <a:off x="2788920" y="1325880"/>
            <a:ext cx="2194560" cy="1143000"/>
          </a:xfrm>
          <a:prstGeom prst="roundRect">
            <a:avLst>
              <a:gd name="adj" fmla="val 2927"/>
            </a:avLst>
          </a:prstGeom>
          <a:solidFill>
            <a:srgbClr val="eff2f0"/>
          </a:solidFill>
          <a:ln w="12600">
            <a:solidFill>
              <a:srgbClr val="eff2f0"/>
            </a:solidFill>
            <a:round/>
          </a:ln>
        </p:spPr>
        <p:style>
          <a:lnRef idx="0"/>
          <a:fillRef idx="0"/>
          <a:effectRef idx="0"/>
          <a:fontRef idx="minor"/>
        </p:style>
      </p:sp>
      <p:sp>
        <p:nvSpPr>
          <p:cNvPr id="261" name="CustomShape 9"/>
          <p:cNvSpPr/>
          <p:nvPr/>
        </p:nvSpPr>
        <p:spPr>
          <a:xfrm>
            <a:off x="2926079" y="1463039"/>
            <a:ext cx="438912" cy="438912"/>
          </a:xfrm>
          <a:prstGeom prst="ellipse">
            <a:avLst/>
          </a:prstGeom>
          <a:solidFill>
            <a:schemeClr val="accent1"/>
          </a:solidFill>
          <a:ln w="12600">
            <a:solidFill>
              <a:schemeClr val="accent1"/>
            </a:solidFill>
            <a:round/>
          </a:ln>
        </p:spPr>
        <p:style>
          <a:lnRef idx="0"/>
          <a:fillRef idx="0"/>
          <a:effectRef idx="0"/>
          <a:fontRef idx="minor"/>
        </p:style>
      </p:sp>
      <p:sp>
        <p:nvSpPr>
          <p:cNvPr id="262" name="CustomShape 10"/>
          <p:cNvSpPr/>
          <p:nvPr/>
        </p:nvSpPr>
        <p:spPr>
          <a:xfrm>
            <a:off x="2926079" y="1463039"/>
            <a:ext cx="438912" cy="438912"/>
          </a:xfrm>
          <a:prstGeom prst="rect">
            <a:avLst/>
          </a:prstGeom>
          <a:noFill/>
          <a:ln>
            <a:noFill/>
          </a:ln>
        </p:spPr>
        <p:style>
          <a:lnRef idx="0"/>
          <a:fillRef idx="0"/>
          <a:effectRef idx="0"/>
          <a:fontRef idx="minor"/>
        </p:style>
        <p:txBody>
          <a:bodyPr lIns="0" rIns="0" tIns="0" bIns="0" anchor="ctr">
            <a:noAutofit/>
          </a:bodyPr>
          <a:p>
            <a:pPr algn="ctr">
              <a:lnSpc>
                <a:spcPct val="100000"/>
              </a:lnSpc>
            </a:pPr>
            <a:r>
              <a:rPr b="1" lang="de-DE" sz="1800" spc="-1" strike="noStrike">
                <a:solidFill>
                  <a:srgbClr val="ffffff"/>
                </a:solidFill>
                <a:latin typeface="Arial"/>
              </a:rPr>
              <a:t>2</a:t>
            </a:r>
            <a:endParaRPr b="0" lang="de-DE" sz="1800" spc="-1" strike="noStrike">
              <a:latin typeface="Arial"/>
            </a:endParaRPr>
          </a:p>
        </p:txBody>
      </p:sp>
      <p:sp>
        <p:nvSpPr>
          <p:cNvPr id="263" name="CustomShape 11"/>
          <p:cNvSpPr/>
          <p:nvPr/>
        </p:nvSpPr>
        <p:spPr>
          <a:xfrm>
            <a:off x="3474720" y="1463039"/>
            <a:ext cx="1417320" cy="438912"/>
          </a:xfrm>
          <a:prstGeom prst="rect">
            <a:avLst/>
          </a:prstGeom>
          <a:noFill/>
          <a:ln>
            <a:noFill/>
          </a:ln>
        </p:spPr>
        <p:style>
          <a:lnRef idx="0"/>
          <a:fillRef idx="0"/>
          <a:effectRef idx="0"/>
          <a:fontRef idx="minor"/>
        </p:style>
        <p:txBody>
          <a:bodyPr lIns="0" rIns="0" tIns="0" bIns="0" anchor="ctr">
            <a:noAutofit/>
          </a:bodyPr>
          <a:p>
            <a:pPr algn="l">
              <a:lnSpc>
                <a:spcPct val="100000"/>
              </a:lnSpc>
            </a:pPr>
            <a:r>
              <a:rPr b="1" lang="de-DE" sz="1400" spc="-1" strike="noStrike">
                <a:solidFill>
                  <a:srgbClr val="1a1a1a"/>
                </a:solidFill>
                <a:latin typeface="Arial"/>
              </a:rPr>
              <a:t>Timer-Überlauf</a:t>
            </a:r>
            <a:endParaRPr b="0" lang="de-DE" sz="1400" spc="-1" strike="noStrike">
              <a:latin typeface="Arial"/>
            </a:endParaRPr>
          </a:p>
        </p:txBody>
      </p:sp>
      <p:sp>
        <p:nvSpPr>
          <p:cNvPr id="264" name="CustomShape 12"/>
          <p:cNvSpPr/>
          <p:nvPr/>
        </p:nvSpPr>
        <p:spPr>
          <a:xfrm>
            <a:off x="2926079" y="1965960"/>
            <a:ext cx="1965960" cy="457200"/>
          </a:xfrm>
          <a:prstGeom prst="rect">
            <a:avLst/>
          </a:prstGeom>
          <a:noFill/>
          <a:ln>
            <a:noFill/>
          </a:ln>
        </p:spPr>
        <p:style>
          <a:lnRef idx="0"/>
          <a:fillRef idx="0"/>
          <a:effectRef idx="0"/>
          <a:fontRef idx="minor"/>
        </p:style>
        <p:txBody>
          <a:bodyPr lIns="0" rIns="0" tIns="0" bIns="0">
            <a:noAutofit/>
          </a:bodyPr>
          <a:p>
            <a:pPr algn="l">
              <a:lnSpc>
                <a:spcPct val="100000"/>
              </a:lnSpc>
            </a:pPr>
            <a:r>
              <a:rPr b="0" lang="de-DE" sz="1100" spc="-1" strike="noStrike">
                <a:solidFill>
                  <a:srgbClr val="1a1a1a"/>
                </a:solidFill>
                <a:latin typeface="Arial"/>
              </a:rPr>
              <a:t>TIM1 läuft alle 100 µs über und fordert die DMA an</a:t>
            </a:r>
            <a:endParaRPr b="0" lang="de-DE" sz="1200" spc="-1" strike="noStrike">
              <a:latin typeface="Arial"/>
            </a:endParaRPr>
          </a:p>
        </p:txBody>
      </p:sp>
      <p:sp>
        <p:nvSpPr>
          <p:cNvPr id="266" name="CustomShape 14"/>
          <p:cNvSpPr/>
          <p:nvPr/>
        </p:nvSpPr>
        <p:spPr>
          <a:xfrm>
            <a:off x="457200" y="2606040"/>
            <a:ext cx="2194560" cy="1143000"/>
          </a:xfrm>
          <a:prstGeom prst="roundRect">
            <a:avLst>
              <a:gd name="adj" fmla="val 2927"/>
            </a:avLst>
          </a:prstGeom>
          <a:solidFill>
            <a:srgbClr val="eff2f0"/>
          </a:solidFill>
          <a:ln w="12600">
            <a:solidFill>
              <a:srgbClr val="eff2f0"/>
            </a:solidFill>
            <a:round/>
          </a:ln>
        </p:spPr>
        <p:style>
          <a:lnRef idx="0"/>
          <a:fillRef idx="0"/>
          <a:effectRef idx="0"/>
          <a:fontRef idx="minor"/>
        </p:style>
      </p:sp>
      <p:sp>
        <p:nvSpPr>
          <p:cNvPr id="267" name="CustomShape 15"/>
          <p:cNvSpPr/>
          <p:nvPr/>
        </p:nvSpPr>
        <p:spPr>
          <a:xfrm>
            <a:off x="594360" y="2743200"/>
            <a:ext cx="438912" cy="438912"/>
          </a:xfrm>
          <a:prstGeom prst="ellipse">
            <a:avLst/>
          </a:prstGeom>
          <a:solidFill>
            <a:schemeClr val="accent1"/>
          </a:solidFill>
          <a:ln w="12600">
            <a:solidFill>
              <a:schemeClr val="accent1"/>
            </a:solidFill>
            <a:round/>
          </a:ln>
        </p:spPr>
        <p:style>
          <a:lnRef idx="0"/>
          <a:fillRef idx="0"/>
          <a:effectRef idx="0"/>
          <a:fontRef idx="minor"/>
        </p:style>
      </p:sp>
      <p:sp>
        <p:nvSpPr>
          <p:cNvPr id="268" name="CustomShape 16"/>
          <p:cNvSpPr/>
          <p:nvPr/>
        </p:nvSpPr>
        <p:spPr>
          <a:xfrm>
            <a:off x="594360" y="2743200"/>
            <a:ext cx="438912" cy="438912"/>
          </a:xfrm>
          <a:prstGeom prst="rect">
            <a:avLst/>
          </a:prstGeom>
          <a:noFill/>
          <a:ln>
            <a:noFill/>
          </a:ln>
        </p:spPr>
        <p:style>
          <a:lnRef idx="0"/>
          <a:fillRef idx="0"/>
          <a:effectRef idx="0"/>
          <a:fontRef idx="minor"/>
        </p:style>
        <p:txBody>
          <a:bodyPr lIns="0" rIns="0" tIns="0" bIns="0" anchor="ctr">
            <a:noAutofit/>
          </a:bodyPr>
          <a:p>
            <a:pPr algn="ctr">
              <a:lnSpc>
                <a:spcPct val="100000"/>
              </a:lnSpc>
            </a:pPr>
            <a:r>
              <a:rPr b="1" lang="de-DE" sz="1800" spc="-1" strike="noStrike">
                <a:solidFill>
                  <a:srgbClr val="ffffff"/>
                </a:solidFill>
                <a:latin typeface="Arial"/>
              </a:rPr>
              <a:t>3</a:t>
            </a:r>
            <a:endParaRPr b="0" lang="de-DE" sz="1800" spc="-1" strike="noStrike">
              <a:latin typeface="Arial"/>
            </a:endParaRPr>
          </a:p>
        </p:txBody>
      </p:sp>
      <p:sp>
        <p:nvSpPr>
          <p:cNvPr id="269" name="CustomShape 17"/>
          <p:cNvSpPr/>
          <p:nvPr/>
        </p:nvSpPr>
        <p:spPr>
          <a:xfrm>
            <a:off x="1143000" y="2743200"/>
            <a:ext cx="1417320" cy="438912"/>
          </a:xfrm>
          <a:prstGeom prst="rect">
            <a:avLst/>
          </a:prstGeom>
          <a:noFill/>
          <a:ln>
            <a:noFill/>
          </a:ln>
        </p:spPr>
        <p:style>
          <a:lnRef idx="0"/>
          <a:fillRef idx="0"/>
          <a:effectRef idx="0"/>
          <a:fontRef idx="minor"/>
        </p:style>
        <p:txBody>
          <a:bodyPr lIns="0" rIns="0" tIns="0" bIns="0" anchor="ctr">
            <a:noAutofit/>
          </a:bodyPr>
          <a:p>
            <a:pPr algn="l">
              <a:lnSpc>
                <a:spcPct val="100000"/>
              </a:lnSpc>
            </a:pPr>
            <a:r>
              <a:rPr b="1" lang="de-DE" sz="1400" spc="-1" strike="noStrike">
                <a:solidFill>
                  <a:srgbClr val="1a1a1a"/>
                </a:solidFill>
                <a:latin typeface="Arial"/>
              </a:rPr>
              <a:t>DMA kopiert</a:t>
            </a:r>
            <a:endParaRPr b="0" lang="de-DE" sz="1400" spc="-1" strike="noStrike">
              <a:latin typeface="Arial"/>
            </a:endParaRPr>
          </a:p>
        </p:txBody>
      </p:sp>
      <p:sp>
        <p:nvSpPr>
          <p:cNvPr id="270" name="CustomShape 18"/>
          <p:cNvSpPr/>
          <p:nvPr/>
        </p:nvSpPr>
        <p:spPr>
          <a:xfrm>
            <a:off x="594360" y="3246120"/>
            <a:ext cx="1965960" cy="457200"/>
          </a:xfrm>
          <a:prstGeom prst="rect">
            <a:avLst/>
          </a:prstGeom>
          <a:noFill/>
          <a:ln>
            <a:noFill/>
          </a:ln>
        </p:spPr>
        <p:style>
          <a:lnRef idx="0"/>
          <a:fillRef idx="0"/>
          <a:effectRef idx="0"/>
          <a:fontRef idx="minor"/>
        </p:style>
        <p:txBody>
          <a:bodyPr lIns="0" rIns="0" tIns="0" bIns="0">
            <a:noAutofit/>
          </a:bodyPr>
          <a:p>
            <a:pPr algn="l">
              <a:lnSpc>
                <a:spcPct val="100000"/>
              </a:lnSpc>
            </a:pPr>
            <a:r>
              <a:rPr b="0" lang="de-DE" sz="1100" spc="-1" strike="noStrike">
                <a:solidFill>
                  <a:srgbClr val="1a1a1a"/>
                </a:solidFill>
                <a:latin typeface="Arial"/>
              </a:rPr>
              <a:t>Nächster Wert aus der Tabelle in das Register CCR1</a:t>
            </a:r>
            <a:endParaRPr b="0" lang="de-DE" sz="1200" spc="-1" strike="noStrike">
              <a:latin typeface="Arial"/>
            </a:endParaRPr>
          </a:p>
        </p:txBody>
      </p:sp>
      <p:sp>
        <p:nvSpPr>
          <p:cNvPr id="272" name="CustomShape 20"/>
          <p:cNvSpPr/>
          <p:nvPr/>
        </p:nvSpPr>
        <p:spPr>
          <a:xfrm>
            <a:off x="2788920" y="2606040"/>
            <a:ext cx="2194560" cy="1143000"/>
          </a:xfrm>
          <a:prstGeom prst="roundRect">
            <a:avLst>
              <a:gd name="adj" fmla="val 2927"/>
            </a:avLst>
          </a:prstGeom>
          <a:solidFill>
            <a:srgbClr val="eff2f0"/>
          </a:solidFill>
          <a:ln w="12600">
            <a:solidFill>
              <a:srgbClr val="eff2f0"/>
            </a:solidFill>
            <a:round/>
          </a:ln>
        </p:spPr>
        <p:style>
          <a:lnRef idx="0"/>
          <a:fillRef idx="0"/>
          <a:effectRef idx="0"/>
          <a:fontRef idx="minor"/>
        </p:style>
      </p:sp>
      <p:sp>
        <p:nvSpPr>
          <p:cNvPr id="273" name="CustomShape 21"/>
          <p:cNvSpPr/>
          <p:nvPr/>
        </p:nvSpPr>
        <p:spPr>
          <a:xfrm>
            <a:off x="2926079" y="2743200"/>
            <a:ext cx="438912" cy="438912"/>
          </a:xfrm>
          <a:prstGeom prst="ellipse">
            <a:avLst/>
          </a:prstGeom>
          <a:solidFill>
            <a:schemeClr val="accent1"/>
          </a:solidFill>
          <a:ln w="12600">
            <a:solidFill>
              <a:schemeClr val="accent1"/>
            </a:solidFill>
            <a:round/>
          </a:ln>
        </p:spPr>
        <p:style>
          <a:lnRef idx="0"/>
          <a:fillRef idx="0"/>
          <a:effectRef idx="0"/>
          <a:fontRef idx="minor"/>
        </p:style>
      </p:sp>
      <p:sp>
        <p:nvSpPr>
          <p:cNvPr id="274" name="CustomShape 22"/>
          <p:cNvSpPr/>
          <p:nvPr/>
        </p:nvSpPr>
        <p:spPr>
          <a:xfrm>
            <a:off x="2926079" y="2743200"/>
            <a:ext cx="438912" cy="438912"/>
          </a:xfrm>
          <a:prstGeom prst="rect">
            <a:avLst/>
          </a:prstGeom>
          <a:noFill/>
          <a:ln>
            <a:noFill/>
          </a:ln>
        </p:spPr>
        <p:style>
          <a:lnRef idx="0"/>
          <a:fillRef idx="0"/>
          <a:effectRef idx="0"/>
          <a:fontRef idx="minor"/>
        </p:style>
        <p:txBody>
          <a:bodyPr lIns="0" rIns="0" tIns="0" bIns="0" anchor="ctr">
            <a:noAutofit/>
          </a:bodyPr>
          <a:p>
            <a:pPr algn="ctr">
              <a:lnSpc>
                <a:spcPct val="100000"/>
              </a:lnSpc>
            </a:pPr>
            <a:r>
              <a:rPr b="1" lang="de-DE" sz="1800" spc="-1" strike="noStrike">
                <a:solidFill>
                  <a:srgbClr val="ffffff"/>
                </a:solidFill>
                <a:latin typeface="Arial"/>
              </a:rPr>
              <a:t>4</a:t>
            </a:r>
            <a:endParaRPr b="0" lang="de-DE" sz="1800" spc="-1" strike="noStrike">
              <a:latin typeface="Arial"/>
            </a:endParaRPr>
          </a:p>
        </p:txBody>
      </p:sp>
      <p:sp>
        <p:nvSpPr>
          <p:cNvPr id="275" name="CustomShape 23"/>
          <p:cNvSpPr/>
          <p:nvPr/>
        </p:nvSpPr>
        <p:spPr>
          <a:xfrm>
            <a:off x="3474720" y="2743200"/>
            <a:ext cx="1417320" cy="438912"/>
          </a:xfrm>
          <a:prstGeom prst="rect">
            <a:avLst/>
          </a:prstGeom>
          <a:noFill/>
          <a:ln>
            <a:noFill/>
          </a:ln>
        </p:spPr>
        <p:style>
          <a:lnRef idx="0"/>
          <a:fillRef idx="0"/>
          <a:effectRef idx="0"/>
          <a:fontRef idx="minor"/>
        </p:style>
        <p:txBody>
          <a:bodyPr lIns="0" rIns="0" tIns="0" bIns="0" anchor="ctr">
            <a:noAutofit/>
          </a:bodyPr>
          <a:p>
            <a:pPr algn="l">
              <a:lnSpc>
                <a:spcPct val="100000"/>
              </a:lnSpc>
            </a:pPr>
            <a:r>
              <a:rPr b="1" lang="de-DE" sz="1400" spc="-1" strike="noStrike">
                <a:solidFill>
                  <a:srgbClr val="1a1a1a"/>
                </a:solidFill>
                <a:latin typeface="Arial"/>
              </a:rPr>
              <a:t>H-Brücke schaltet</a:t>
            </a:r>
            <a:endParaRPr b="0" lang="de-DE" sz="1400" spc="-1" strike="noStrike">
              <a:latin typeface="Arial"/>
            </a:endParaRPr>
          </a:p>
        </p:txBody>
      </p:sp>
      <p:sp>
        <p:nvSpPr>
          <p:cNvPr id="276" name="CustomShape 24"/>
          <p:cNvSpPr/>
          <p:nvPr/>
        </p:nvSpPr>
        <p:spPr>
          <a:xfrm>
            <a:off x="2926079" y="3246120"/>
            <a:ext cx="1965960" cy="457200"/>
          </a:xfrm>
          <a:prstGeom prst="rect">
            <a:avLst/>
          </a:prstGeom>
          <a:noFill/>
          <a:ln>
            <a:noFill/>
          </a:ln>
        </p:spPr>
        <p:style>
          <a:lnRef idx="0"/>
          <a:fillRef idx="0"/>
          <a:effectRef idx="0"/>
          <a:fontRef idx="minor"/>
        </p:style>
        <p:txBody>
          <a:bodyPr lIns="0" rIns="0" tIns="0" bIns="0">
            <a:noAutofit/>
          </a:bodyPr>
          <a:p>
            <a:pPr algn="l">
              <a:lnSpc>
                <a:spcPct val="100000"/>
              </a:lnSpc>
            </a:pPr>
            <a:r>
              <a:rPr b="0" lang="de-DE" sz="1100" spc="-1" strike="noStrike">
                <a:solidFill>
                  <a:srgbClr val="1a1a1a"/>
                </a:solidFill>
                <a:latin typeface="Arial"/>
              </a:rPr>
              <a:t>Neues Tastverhältnis; nach 200 Werten von vorn</a:t>
            </a:r>
            <a:endParaRPr b="0" lang="de-DE" sz="1200" spc="-1" strike="noStrike">
              <a:latin typeface="Arial"/>
            </a:endParaRPr>
          </a:p>
        </p:txBody>
      </p:sp>
      <p:sp>
        <p:nvSpPr>
          <p:cNvPr id="277" name="CustomShape 25"/>
          <p:cNvSpPr/>
          <p:nvPr/>
        </p:nvSpPr>
        <p:spPr>
          <a:xfrm>
            <a:off x="457200" y="3931920"/>
            <a:ext cx="4526280" cy="685800"/>
          </a:xfrm>
          <a:prstGeom prst="roundRect">
            <a:avLst>
              <a:gd name="adj" fmla="val 6000"/>
            </a:avLst>
          </a:prstGeom>
          <a:solidFill>
            <a:srgbClr val="eaf4da"/>
          </a:solidFill>
          <a:ln w="12600">
            <a:solidFill>
              <a:srgbClr val="80ba24"/>
            </a:solidFill>
            <a:round/>
          </a:ln>
        </p:spPr>
        <p:style>
          <a:lnRef idx="0"/>
          <a:fillRef idx="0"/>
          <a:effectRef idx="0"/>
          <a:fontRef idx="minor"/>
        </p:style>
      </p:sp>
      <p:sp>
        <p:nvSpPr>
          <p:cNvPr id="278" name="CustomShape 26"/>
          <p:cNvSpPr/>
          <p:nvPr/>
        </p:nvSpPr>
        <p:spPr>
          <a:xfrm>
            <a:off x="566928" y="4041648"/>
            <a:ext cx="457200" cy="457200"/>
          </a:xfrm>
          <a:prstGeom prst="ellipse">
            <a:avLst/>
          </a:prstGeom>
          <a:solidFill>
            <a:schemeClr val="accent1"/>
          </a:solidFill>
          <a:ln w="12600">
            <a:solidFill>
              <a:schemeClr val="accent1"/>
            </a:solidFill>
            <a:round/>
          </a:ln>
        </p:spPr>
        <p:style>
          <a:lnRef idx="0"/>
          <a:fillRef idx="0"/>
          <a:effectRef idx="0"/>
          <a:fontRef idx="minor"/>
        </p:style>
      </p:sp>
      <p:pic>
        <p:nvPicPr>
          <p:cNvPr id="279" name="Ergebnis Symbol" descr=""/>
          <p:cNvPicPr/>
          <p:nvPr/>
        </p:nvPicPr>
        <p:blipFill>
          <a:blip r:embed="rId1"/>
          <a:stretch/>
        </p:blipFill>
        <p:spPr>
          <a:xfrm>
            <a:off x="681228" y="4155948"/>
            <a:ext cx="228600" cy="228600"/>
          </a:xfrm>
          <a:prstGeom prst="rect">
            <a:avLst/>
          </a:prstGeom>
          <a:ln>
            <a:noFill/>
          </a:ln>
        </p:spPr>
      </p:pic>
      <p:sp>
        <p:nvSpPr>
          <p:cNvPr id="280" name="CustomShape 27"/>
          <p:cNvSpPr/>
          <p:nvPr/>
        </p:nvSpPr>
        <p:spPr>
          <a:xfrm>
            <a:off x="1143000" y="3931920"/>
            <a:ext cx="3749039" cy="685800"/>
          </a:xfrm>
          <a:prstGeom prst="rect">
            <a:avLst/>
          </a:prstGeom>
          <a:noFill/>
          <a:ln>
            <a:noFill/>
          </a:ln>
        </p:spPr>
        <p:style>
          <a:lnRef idx="0"/>
          <a:fillRef idx="0"/>
          <a:effectRef idx="0"/>
          <a:fontRef idx="minor"/>
        </p:style>
        <p:txBody>
          <a:bodyPr lIns="0" rIns="0" tIns="0" bIns="0" anchor="ctr">
            <a:noAutofit/>
          </a:bodyPr>
          <a:p>
            <a:pPr>
              <a:lnSpc>
                <a:spcPct val="100000"/>
              </a:lnSpc>
            </a:pPr>
            <a:r>
              <a:rPr b="1" lang="de-DE" sz="1300" spc="-1" strike="noStrike">
                <a:solidFill>
                  <a:srgbClr val="1a1a1a"/>
                </a:solidFill>
                <a:latin typeface="Arial"/>
              </a:rPr>
              <a:t>0 % CPU-Last für den Sinus. </a:t>
            </a:r>
            <a:endParaRPr b="0" lang="de-DE" sz="1300" spc="-1" strike="noStrike">
              <a:latin typeface="Arial"/>
            </a:endParaRPr>
          </a:p>
        </p:txBody>
      </p:sp>
      <p:sp>
        <p:nvSpPr>
          <p:cNvPr id="281" name="TextShape 28"/>
          <p:cNvSpPr txBox="1"/>
          <p:nvPr/>
        </p:nvSpPr>
        <p:spPr>
          <a:xfrm>
            <a:off x="8321040" y="4869360"/>
            <a:ext cx="456840" cy="273960"/>
          </a:xfrm>
          <a:prstGeom prst="rect">
            <a:avLst/>
          </a:prstGeom>
          <a:noFill/>
          <a:ln>
            <a:noFill/>
          </a:ln>
        </p:spPr>
        <p:txBody>
          <a:bodyPr lIns="90000" rIns="90000" tIns="45000" bIns="45000" anchor="ctr">
            <a:noAutofit/>
          </a:bodyPr>
          <a:p>
            <a:pPr algn="r">
              <a:lnSpc>
                <a:spcPct val="100000"/>
              </a:lnSpc>
            </a:pPr>
            <a:fld id="{75890208-D784-4A52-9B13-759E9F798EEE}" type="slidenum">
              <a:rPr b="0" lang="de-DE" sz="900" spc="-1" strike="noStrike">
                <a:solidFill>
                  <a:srgbClr val="ffffff"/>
                </a:solidFill>
                <a:latin typeface="Arial"/>
              </a:rPr>
              <a:t>1</a:t>
            </a:fld>
            <a:endParaRPr b="0" lang="de-DE" sz="900" spc="-1" strike="noStrike">
              <a:latin typeface="Times New Roman"/>
            </a:endParaRPr>
          </a:p>
        </p:txBody>
      </p:sp>
      <p:pic>
        <p:nvPicPr>
          <p:cNvPr id="282" name="CubeMX Pinbelegung" descr="image.png"/>
          <p:cNvPicPr>
            <a:picLocks noChangeAspect="1"/>
          </p:cNvPicPr>
          <p:nvPr/>
        </p:nvPicPr>
        <p:blipFill>
          <a:blip r:embed="rId4"/>
          <a:stretch>
            <a:fillRect/>
          </a:stretch>
        </p:blipFill>
        <p:spPr>
          <a:xfrm>
            <a:off x="5212080" y="1325880"/>
            <a:ext cx="3474720" cy="2777647"/>
          </a:xfrm>
          <a:prstGeom prst="rect">
            <a:avLst/>
          </a:prstGeom>
          <a:ln w="9525">
            <a:solidFill>
              <a:srgbClr val="D5DCD8"/>
            </a:solidFill>
          </a:ln>
        </p:spPr>
      </p:pic>
      <p:sp>
        <p:nvSpPr>
          <p:cNvPr id="283" name="Bildunterschrift CubeMX"/>
          <p:cNvSpPr txBox="1"/>
          <p:nvPr/>
        </p:nvSpPr>
        <p:spPr>
          <a:xfrm>
            <a:off x="5212080" y="4176679"/>
            <a:ext cx="3474720" cy="640080"/>
          </a:xfrm>
          <a:prstGeom prst="rect">
            <a:avLst/>
          </a:prstGeom>
          <a:noFill/>
        </p:spPr>
        <p:txBody>
          <a:bodyPr wrap="square" lIns="0" rIns="0" tIns="0" bIns="0">
            <a:spAutoFit/>
          </a:bodyPr>
          <a:lstStyle/>
          <a:p>
            <a:r>
              <a:rPr sz="1000" b="1">
                <a:solidFill>
                  <a:srgbClr val="4B545C"/>
                </a:solidFill>
                <a:latin typeface="Arial"/>
              </a:rPr>
              <a:t>Pinbelegung in STM32CubeMX:</a:t>
            </a:r>
          </a:p>
          <a:p>
            <a:r>
              <a:rPr sz="1000" b="0">
                <a:solidFill>
                  <a:srgbClr val="4B545C"/>
                </a:solidFill>
                <a:latin typeface="Arial"/>
              </a:rPr>
              <a:t>PA8 / PB13: TIM1_CH1 / CH1N (PWM)</a:t>
            </a:r>
          </a:p>
          <a:p>
            <a:r>
              <a:rPr sz="1000" b="0">
                <a:solidFill>
                  <a:srgbClr val="4B545C"/>
                </a:solidFill>
                <a:latin typeface="Arial"/>
              </a:rPr>
              <a:t>PA0 / PA1: ADC1 (Strom / Spannung)</a:t>
            </a:r>
          </a:p>
          <a:p>
            <a:r>
              <a:rPr sz="1000" b="0">
                <a:solidFill>
                  <a:srgbClr val="4B545C"/>
                </a:solidFill>
                <a:latin typeface="Arial"/>
              </a:rPr>
              <a:t>PC0 / PC1: Enable der H-Brücke</a:t>
            </a: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2" name="TextShape 1"/>
          <p:cNvSpPr txBox="1"/>
          <p:nvPr/>
        </p:nvSpPr>
        <p:spPr>
          <a:xfrm>
            <a:off x="457200" y="658440"/>
            <a:ext cx="8229240" cy="548280"/>
          </a:xfrm>
          <a:prstGeom prst="rect">
            <a:avLst/>
          </a:prstGeom>
          <a:noFill/>
          <a:ln>
            <a:noFill/>
          </a:ln>
        </p:spPr>
        <p:txBody>
          <a:bodyPr lIns="0" rIns="0" tIns="0" bIns="0" anchor="ctr">
            <a:noAutofit/>
          </a:bodyPr>
          <a:p>
            <a:pPr>
              <a:lnSpc>
                <a:spcPct val="100000"/>
              </a:lnSpc>
            </a:pPr>
            <a:r>
              <a:rPr b="1" lang="de-DE" sz="2400" spc="-1" strike="noStrike">
                <a:solidFill>
                  <a:srgbClr val="1a1a1a"/>
                </a:solidFill>
                <a:latin typeface="Arial"/>
              </a:rPr>
              <a:t>Ausgangsfilter</a:t>
            </a:r>
            <a:endParaRPr b="0" lang="de-DE" sz="2400" spc="-1" strike="noStrike">
              <a:solidFill>
                <a:srgbClr val="1a1a1a"/>
              </a:solidFill>
              <a:latin typeface="Arial"/>
            </a:endParaRPr>
          </a:p>
        </p:txBody>
      </p:sp>
      <p:sp>
        <p:nvSpPr>
          <p:cNvPr id="283" name="CustomShape 2"/>
          <p:cNvSpPr/>
          <p:nvPr/>
        </p:nvSpPr>
        <p:spPr>
          <a:xfrm>
            <a:off x="457200" y="1325880"/>
            <a:ext cx="8229240" cy="319680"/>
          </a:xfrm>
          <a:prstGeom prst="rect">
            <a:avLst/>
          </a:prstGeom>
          <a:noFill/>
          <a:ln>
            <a:noFill/>
          </a:ln>
        </p:spPr>
        <p:style>
          <a:lnRef idx="0"/>
          <a:fillRef idx="0"/>
          <a:effectRef idx="0"/>
          <a:fontRef idx="minor"/>
        </p:style>
        <p:txBody>
          <a:bodyPr lIns="0" rIns="0" tIns="0" bIns="0" anchor="ctr">
            <a:noAutofit/>
          </a:bodyPr>
          <a:p>
            <a:pPr>
              <a:lnSpc>
                <a:spcPct val="100000"/>
              </a:lnSpc>
            </a:pPr>
            <a:r>
              <a:rPr b="1" lang="de-DE" sz="1400" spc="-1" strike="noStrike">
                <a:solidFill>
                  <a:srgbClr val="1a1a1a"/>
                </a:solidFill>
                <a:latin typeface="Arial"/>
              </a:rPr>
              <a:t>Grenzfrequenz  f₀ = 1 ÷ (2π · √(L · C)),  L = 1 mH</a:t>
            </a:r>
            <a:endParaRPr b="0" lang="de-DE" sz="1400" spc="-1" strike="noStrike">
              <a:latin typeface="Arial"/>
            </a:endParaRPr>
          </a:p>
        </p:txBody>
      </p:sp>
      <p:sp>
        <p:nvSpPr>
          <p:cNvPr id="284" name="CustomShape 3"/>
          <p:cNvSpPr/>
          <p:nvPr/>
        </p:nvSpPr>
        <p:spPr>
          <a:xfrm>
            <a:off x="457200" y="1783080"/>
            <a:ext cx="3931560" cy="2834280"/>
          </a:xfrm>
          <a:prstGeom prst="roundRect">
            <a:avLst>
              <a:gd name="adj" fmla="val 1935"/>
            </a:avLst>
          </a:prstGeom>
          <a:solidFill>
            <a:srgbClr val="eff2f0"/>
          </a:solidFill>
          <a:ln w="12600">
            <a:solidFill>
              <a:srgbClr val="a9b1b6"/>
            </a:solidFill>
            <a:round/>
          </a:ln>
        </p:spPr>
        <p:style>
          <a:lnRef idx="0"/>
          <a:fillRef idx="0"/>
          <a:effectRef idx="0"/>
          <a:fontRef idx="minor"/>
        </p:style>
      </p:sp>
      <p:sp>
        <p:nvSpPr>
          <p:cNvPr id="285" name="CustomShape 4"/>
          <p:cNvSpPr/>
          <p:nvPr/>
        </p:nvSpPr>
        <p:spPr>
          <a:xfrm>
            <a:off x="685800" y="1901880"/>
            <a:ext cx="3474360" cy="347040"/>
          </a:xfrm>
          <a:prstGeom prst="rect">
            <a:avLst/>
          </a:prstGeom>
          <a:noFill/>
          <a:ln>
            <a:noFill/>
          </a:ln>
        </p:spPr>
        <p:style>
          <a:lnRef idx="0"/>
          <a:fillRef idx="0"/>
          <a:effectRef idx="0"/>
          <a:fontRef idx="minor"/>
        </p:style>
        <p:txBody>
          <a:bodyPr lIns="0" rIns="0" tIns="0" bIns="0" anchor="ctr">
            <a:noAutofit/>
          </a:bodyPr>
          <a:p>
            <a:pPr>
              <a:lnSpc>
                <a:spcPct val="100000"/>
              </a:lnSpc>
            </a:pPr>
            <a:r>
              <a:rPr b="1" lang="de-DE" sz="1500" spc="-1" strike="noStrike">
                <a:solidFill>
                  <a:srgbClr val="1a1a1a"/>
                </a:solidFill>
                <a:latin typeface="Arial"/>
              </a:rPr>
              <a:t>Erster Aufbau: 0,1 µF</a:t>
            </a:r>
            <a:endParaRPr b="0" lang="de-DE" sz="1500" spc="-1" strike="noStrike">
              <a:latin typeface="Arial"/>
            </a:endParaRPr>
          </a:p>
        </p:txBody>
      </p:sp>
      <p:sp>
        <p:nvSpPr>
          <p:cNvPr id="286" name="CustomShape 5"/>
          <p:cNvSpPr/>
          <p:nvPr/>
        </p:nvSpPr>
        <p:spPr>
          <a:xfrm>
            <a:off x="685800" y="2286000"/>
            <a:ext cx="3474360" cy="548280"/>
          </a:xfrm>
          <a:prstGeom prst="rect">
            <a:avLst/>
          </a:prstGeom>
          <a:noFill/>
          <a:ln>
            <a:noFill/>
          </a:ln>
        </p:spPr>
        <p:style>
          <a:lnRef idx="0"/>
          <a:fillRef idx="0"/>
          <a:effectRef idx="0"/>
          <a:fontRef idx="minor"/>
        </p:style>
        <p:txBody>
          <a:bodyPr lIns="0" rIns="0" tIns="0" bIns="0" anchor="ctr">
            <a:noAutofit/>
          </a:bodyPr>
          <a:p>
            <a:pPr>
              <a:lnSpc>
                <a:spcPct val="100000"/>
              </a:lnSpc>
            </a:pPr>
            <a:r>
              <a:rPr b="1" lang="de-DE" sz="3000" spc="-1" strike="noStrike">
                <a:solidFill>
                  <a:srgbClr val="4b545c"/>
                </a:solidFill>
                <a:latin typeface="Arial"/>
              </a:rPr>
              <a:t>15,9 kHz</a:t>
            </a:r>
            <a:endParaRPr b="0" lang="de-DE" sz="3000" spc="-1" strike="noStrike">
              <a:latin typeface="Arial"/>
            </a:endParaRPr>
          </a:p>
        </p:txBody>
      </p:sp>
      <p:sp>
        <p:nvSpPr>
          <p:cNvPr id="287" name="CustomShape 6"/>
          <p:cNvSpPr/>
          <p:nvPr/>
        </p:nvSpPr>
        <p:spPr>
          <a:xfrm>
            <a:off x="685800" y="2944440"/>
            <a:ext cx="3474360" cy="1554120"/>
          </a:xfrm>
          <a:prstGeom prst="rect">
            <a:avLst/>
          </a:prstGeom>
          <a:noFill/>
          <a:ln>
            <a:noFill/>
          </a:ln>
        </p:spPr>
        <p:style>
          <a:lnRef idx="0"/>
          <a:fillRef idx="0"/>
          <a:effectRef idx="0"/>
          <a:fontRef idx="minor"/>
        </p:style>
        <p:txBody>
          <a:bodyPr lIns="0" rIns="0" tIns="0" bIns="0">
            <a:noAutofit/>
          </a:bodyPr>
          <a:p>
            <a:pPr marL="177840" indent="-177480">
              <a:lnSpc>
                <a:spcPct val="100000"/>
              </a:lnSpc>
              <a:spcAft>
                <a:spcPts val="499"/>
              </a:spcAft>
              <a:buClr>
                <a:srgbClr val="1a1a1a"/>
              </a:buClr>
              <a:buFont typeface="Symbol" charset="2"/>
              <a:buChar char=""/>
            </a:pPr>
            <a:r>
              <a:rPr b="0" lang="de-DE" sz="1300" spc="-1" strike="noStrike">
                <a:solidFill>
                  <a:srgbClr val="1a1a1a"/>
                </a:solidFill>
                <a:latin typeface="Arial"/>
              </a:rPr>
              <a:t>Über der PWM-Frequenz: kaum Filterwirkung</a:t>
            </a:r>
            <a:endParaRPr b="0" lang="de-DE" sz="1300" spc="-1" strike="noStrike">
              <a:latin typeface="Arial"/>
            </a:endParaRPr>
          </a:p>
          <a:p>
            <a:pPr marL="177840" indent="-177480">
              <a:lnSpc>
                <a:spcPct val="100000"/>
              </a:lnSpc>
              <a:spcAft>
                <a:spcPts val="499"/>
              </a:spcAft>
              <a:buClr>
                <a:srgbClr val="1a1a1a"/>
              </a:buClr>
              <a:buFont typeface="Symbol" charset="2"/>
              <a:buChar char=""/>
            </a:pPr>
            <a:r>
              <a:rPr b="0" lang="de-DE" sz="1300" spc="-1" strike="noStrike">
                <a:solidFill>
                  <a:srgbClr val="1a1a1a"/>
                </a:solidFill>
                <a:latin typeface="Arial"/>
              </a:rPr>
              <a:t>Multimeter zeigt 10 kHz statt 50 Hz</a:t>
            </a:r>
            <a:endParaRPr b="0" lang="de-DE" sz="1300" spc="-1" strike="noStrike">
              <a:latin typeface="Arial"/>
            </a:endParaRPr>
          </a:p>
          <a:p>
            <a:pPr marL="177840" indent="-177480">
              <a:lnSpc>
                <a:spcPct val="100000"/>
              </a:lnSpc>
              <a:spcAft>
                <a:spcPts val="499"/>
              </a:spcAft>
              <a:buClr>
                <a:srgbClr val="1a1a1a"/>
              </a:buClr>
              <a:buFont typeface="Symbol" charset="2"/>
              <a:buChar char=""/>
            </a:pPr>
            <a:r>
              <a:rPr b="0" lang="de-DE" sz="1300" spc="-1" strike="noStrike">
                <a:solidFill>
                  <a:srgbClr val="1a1a1a"/>
                </a:solidFill>
                <a:latin typeface="Arial"/>
              </a:rPr>
              <a:t>Lampe zieht 0,13 A statt 0,10 A</a:t>
            </a:r>
            <a:endParaRPr b="0" lang="de-DE" sz="1300" spc="-1" strike="noStrike">
              <a:latin typeface="Arial"/>
            </a:endParaRPr>
          </a:p>
        </p:txBody>
      </p:sp>
      <p:sp>
        <p:nvSpPr>
          <p:cNvPr id="288" name="CustomShape 7"/>
          <p:cNvSpPr/>
          <p:nvPr/>
        </p:nvSpPr>
        <p:spPr>
          <a:xfrm>
            <a:off x="4754880" y="1783080"/>
            <a:ext cx="3931560" cy="2834280"/>
          </a:xfrm>
          <a:prstGeom prst="roundRect">
            <a:avLst>
              <a:gd name="adj" fmla="val 1935"/>
            </a:avLst>
          </a:prstGeom>
          <a:solidFill>
            <a:srgbClr val="eaf4da"/>
          </a:solidFill>
          <a:ln w="12600">
            <a:solidFill>
              <a:srgbClr val="80ba24"/>
            </a:solidFill>
            <a:round/>
          </a:ln>
        </p:spPr>
        <p:style>
          <a:lnRef idx="0"/>
          <a:fillRef idx="0"/>
          <a:effectRef idx="0"/>
          <a:fontRef idx="minor"/>
        </p:style>
      </p:sp>
      <p:sp>
        <p:nvSpPr>
          <p:cNvPr id="289" name="CustomShape 8"/>
          <p:cNvSpPr/>
          <p:nvPr/>
        </p:nvSpPr>
        <p:spPr>
          <a:xfrm>
            <a:off x="4983480" y="1901880"/>
            <a:ext cx="3474360" cy="347040"/>
          </a:xfrm>
          <a:prstGeom prst="rect">
            <a:avLst/>
          </a:prstGeom>
          <a:noFill/>
          <a:ln>
            <a:noFill/>
          </a:ln>
        </p:spPr>
        <p:style>
          <a:lnRef idx="0"/>
          <a:fillRef idx="0"/>
          <a:effectRef idx="0"/>
          <a:fontRef idx="minor"/>
        </p:style>
        <p:txBody>
          <a:bodyPr lIns="0" rIns="0" tIns="0" bIns="0" anchor="ctr">
            <a:noAutofit/>
          </a:bodyPr>
          <a:p>
            <a:pPr>
              <a:lnSpc>
                <a:spcPct val="100000"/>
              </a:lnSpc>
            </a:pPr>
            <a:r>
              <a:rPr b="1" lang="de-DE" sz="1500" spc="-1" strike="noStrike">
                <a:solidFill>
                  <a:srgbClr val="1a1a1a"/>
                </a:solidFill>
                <a:latin typeface="Arial"/>
              </a:rPr>
              <a:t>Endstand: 7 × 1 µF = 7 µF</a:t>
            </a:r>
            <a:endParaRPr b="0" lang="de-DE" sz="1500" spc="-1" strike="noStrike">
              <a:latin typeface="Arial"/>
            </a:endParaRPr>
          </a:p>
        </p:txBody>
      </p:sp>
      <p:sp>
        <p:nvSpPr>
          <p:cNvPr id="290" name="CustomShape 9"/>
          <p:cNvSpPr/>
          <p:nvPr/>
        </p:nvSpPr>
        <p:spPr>
          <a:xfrm>
            <a:off x="4983480" y="2286000"/>
            <a:ext cx="3474360" cy="548280"/>
          </a:xfrm>
          <a:prstGeom prst="rect">
            <a:avLst/>
          </a:prstGeom>
          <a:noFill/>
          <a:ln>
            <a:noFill/>
          </a:ln>
        </p:spPr>
        <p:style>
          <a:lnRef idx="0"/>
          <a:fillRef idx="0"/>
          <a:effectRef idx="0"/>
          <a:fontRef idx="minor"/>
        </p:style>
        <p:txBody>
          <a:bodyPr lIns="0" rIns="0" tIns="0" bIns="0" anchor="ctr">
            <a:noAutofit/>
          </a:bodyPr>
          <a:p>
            <a:pPr>
              <a:lnSpc>
                <a:spcPct val="100000"/>
              </a:lnSpc>
            </a:pPr>
            <a:r>
              <a:rPr b="1" lang="de-DE" sz="3000" spc="-1" strike="noStrike">
                <a:solidFill>
                  <a:srgbClr val="80ba24"/>
                </a:solidFill>
                <a:latin typeface="Arial"/>
              </a:rPr>
              <a:t>1,9 kHz</a:t>
            </a:r>
            <a:endParaRPr b="0" lang="de-DE" sz="3000" spc="-1" strike="noStrike">
              <a:latin typeface="Arial"/>
            </a:endParaRPr>
          </a:p>
        </p:txBody>
      </p:sp>
      <p:sp>
        <p:nvSpPr>
          <p:cNvPr id="291" name="CustomShape 10"/>
          <p:cNvSpPr/>
          <p:nvPr/>
        </p:nvSpPr>
        <p:spPr>
          <a:xfrm>
            <a:off x="4983480" y="2944440"/>
            <a:ext cx="3474360" cy="1554120"/>
          </a:xfrm>
          <a:prstGeom prst="rect">
            <a:avLst/>
          </a:prstGeom>
          <a:noFill/>
          <a:ln>
            <a:noFill/>
          </a:ln>
        </p:spPr>
        <p:style>
          <a:lnRef idx="0"/>
          <a:fillRef idx="0"/>
          <a:effectRef idx="0"/>
          <a:fontRef idx="minor"/>
        </p:style>
        <p:txBody>
          <a:bodyPr lIns="0" rIns="0" tIns="0" bIns="0">
            <a:noAutofit/>
          </a:bodyPr>
          <a:p>
            <a:pPr marL="177840" indent="-177480">
              <a:lnSpc>
                <a:spcPct val="100000"/>
              </a:lnSpc>
              <a:spcAft>
                <a:spcPts val="499"/>
              </a:spcAft>
              <a:buClr>
                <a:srgbClr val="1a1a1a"/>
              </a:buClr>
              <a:buFont typeface="Symbol" charset="2"/>
              <a:buChar char=""/>
            </a:pPr>
            <a:r>
              <a:rPr b="0" lang="de-DE" sz="1300" spc="-1" strike="noStrike">
                <a:solidFill>
                  <a:srgbClr val="1a1a1a"/>
                </a:solidFill>
                <a:latin typeface="Arial"/>
              </a:rPr>
              <a:t>10-kHz-Anteil etwa 28-mal schwächer</a:t>
            </a:r>
            <a:endParaRPr b="0" lang="de-DE" sz="1300" spc="-1" strike="noStrike">
              <a:latin typeface="Arial"/>
            </a:endParaRPr>
          </a:p>
          <a:p>
            <a:pPr marL="177840" indent="-177480">
              <a:lnSpc>
                <a:spcPct val="100000"/>
              </a:lnSpc>
              <a:spcAft>
                <a:spcPts val="499"/>
              </a:spcAft>
              <a:buClr>
                <a:srgbClr val="1a1a1a"/>
              </a:buClr>
              <a:buFont typeface="Symbol" charset="2"/>
              <a:buChar char=""/>
            </a:pPr>
            <a:r>
              <a:rPr b="0" lang="de-DE" sz="1300" spc="-1" strike="noStrike">
                <a:solidFill>
                  <a:srgbClr val="1a1a1a"/>
                </a:solidFill>
                <a:latin typeface="Arial"/>
              </a:rPr>
              <a:t>Sauberer Sinus mit 50 Hz</a:t>
            </a:r>
            <a:endParaRPr b="0" lang="de-DE" sz="1300" spc="-1" strike="noStrike">
              <a:latin typeface="Arial"/>
            </a:endParaRPr>
          </a:p>
          <a:p>
            <a:pPr marL="177840" indent="-177480">
              <a:lnSpc>
                <a:spcPct val="100000"/>
              </a:lnSpc>
              <a:spcAft>
                <a:spcPts val="499"/>
              </a:spcAft>
              <a:buClr>
                <a:srgbClr val="1a1a1a"/>
              </a:buClr>
              <a:buFont typeface="Symbol" charset="2"/>
              <a:buChar char=""/>
            </a:pPr>
            <a:r>
              <a:rPr b="0" lang="de-DE" sz="1300" spc="-1" strike="noStrike">
                <a:solidFill>
                  <a:srgbClr val="1a1a1a"/>
                </a:solidFill>
                <a:latin typeface="Arial"/>
              </a:rPr>
              <a:t>Lampe zieht genau 0,100 A (Nennwert)</a:t>
            </a:r>
            <a:endParaRPr b="0" lang="de-DE" sz="1300" spc="-1" strike="noStrike">
              <a:latin typeface="Arial"/>
            </a:endParaRPr>
          </a:p>
        </p:txBody>
      </p:sp>
      <p:sp>
        <p:nvSpPr>
          <p:cNvPr id="292" name="TextShape 11"/>
          <p:cNvSpPr txBox="1"/>
          <p:nvPr/>
        </p:nvSpPr>
        <p:spPr>
          <a:xfrm>
            <a:off x="8321040" y="4869360"/>
            <a:ext cx="456840" cy="273960"/>
          </a:xfrm>
          <a:prstGeom prst="rect">
            <a:avLst/>
          </a:prstGeom>
          <a:noFill/>
          <a:ln>
            <a:noFill/>
          </a:ln>
        </p:spPr>
        <p:txBody>
          <a:bodyPr lIns="90000" rIns="90000" tIns="45000" bIns="45000" anchor="ctr">
            <a:noAutofit/>
          </a:bodyPr>
          <a:p>
            <a:pPr algn="r">
              <a:lnSpc>
                <a:spcPct val="100000"/>
              </a:lnSpc>
            </a:pPr>
            <a:fld id="{79F4ECD3-4EFA-4854-8CDE-C2D4AFFB21E1}" type="slidenum">
              <a:rPr b="0" lang="de-DE" sz="900" spc="-1" strike="noStrike">
                <a:solidFill>
                  <a:srgbClr val="ffffff"/>
                </a:solidFill>
                <a:latin typeface="Arial"/>
              </a:rPr>
              <a:t>1</a:t>
            </a:fld>
            <a:endParaRPr b="0" lang="de-DE" sz="900" spc="-1" strike="noStrike">
              <a:latin typeface="Times New Roman"/>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3" name="TextShape 1"/>
          <p:cNvSpPr txBox="1"/>
          <p:nvPr/>
        </p:nvSpPr>
        <p:spPr>
          <a:xfrm>
            <a:off x="457200" y="658440"/>
            <a:ext cx="8229240" cy="548280"/>
          </a:xfrm>
          <a:prstGeom prst="rect">
            <a:avLst/>
          </a:prstGeom>
          <a:noFill/>
          <a:ln>
            <a:noFill/>
          </a:ln>
        </p:spPr>
        <p:txBody>
          <a:bodyPr lIns="0" rIns="0" tIns="0" bIns="0" anchor="ctr">
            <a:noAutofit/>
          </a:bodyPr>
          <a:p>
            <a:pPr>
              <a:lnSpc>
                <a:spcPct val="100000"/>
              </a:lnSpc>
            </a:pPr>
            <a:r>
              <a:rPr b="1" lang="de-DE" sz="2400" spc="-1" strike="noStrike">
                <a:solidFill>
                  <a:srgbClr val="1a1a1a"/>
                </a:solidFill>
                <a:latin typeface="Arial"/>
              </a:rPr>
              <a:t>Messung im Mikrocontroller</a:t>
            </a:r>
            <a:endParaRPr b="0" lang="de-DE" sz="2400" spc="-1" strike="noStrike">
              <a:solidFill>
                <a:srgbClr val="1a1a1a"/>
              </a:solidFill>
              <a:latin typeface="Arial"/>
            </a:endParaRPr>
          </a:p>
        </p:txBody>
      </p:sp>
      <p:sp>
        <p:nvSpPr>
          <p:cNvPr id="294" name="CustomShape 2"/>
          <p:cNvSpPr/>
          <p:nvPr/>
        </p:nvSpPr>
        <p:spPr>
          <a:xfrm>
            <a:off x="457200" y="1325880"/>
            <a:ext cx="2559960" cy="2880000"/>
          </a:xfrm>
          <a:prstGeom prst="roundRect">
            <a:avLst>
              <a:gd name="adj" fmla="val 2143"/>
            </a:avLst>
          </a:prstGeom>
          <a:solidFill>
            <a:srgbClr val="eff2f0"/>
          </a:solidFill>
          <a:ln w="12600">
            <a:solidFill>
              <a:srgbClr val="eff2f0"/>
            </a:solidFill>
            <a:round/>
          </a:ln>
        </p:spPr>
        <p:style>
          <a:lnRef idx="0"/>
          <a:fillRef idx="0"/>
          <a:effectRef idx="0"/>
          <a:fontRef idx="minor"/>
        </p:style>
      </p:sp>
      <p:sp>
        <p:nvSpPr>
          <p:cNvPr id="295" name="CustomShape 3"/>
          <p:cNvSpPr/>
          <p:nvPr/>
        </p:nvSpPr>
        <p:spPr>
          <a:xfrm>
            <a:off x="685800" y="1463040"/>
            <a:ext cx="639720" cy="639720"/>
          </a:xfrm>
          <a:prstGeom prst="ellipse">
            <a:avLst/>
          </a:prstGeom>
          <a:solidFill>
            <a:schemeClr val="accent1"/>
          </a:solidFill>
          <a:ln w="12600">
            <a:solidFill>
              <a:schemeClr val="accent1"/>
            </a:solidFill>
            <a:round/>
          </a:ln>
        </p:spPr>
        <p:style>
          <a:lnRef idx="0"/>
          <a:fillRef idx="0"/>
          <a:effectRef idx="0"/>
          <a:fontRef idx="minor"/>
        </p:style>
      </p:sp>
      <p:pic>
        <p:nvPicPr>
          <p:cNvPr id="296" name="Messung 1 Symbol" descr=""/>
          <p:cNvPicPr/>
          <p:nvPr/>
        </p:nvPicPr>
        <p:blipFill>
          <a:blip r:embed="rId1"/>
          <a:stretch/>
        </p:blipFill>
        <p:spPr>
          <a:xfrm>
            <a:off x="846000" y="1623240"/>
            <a:ext cx="319680" cy="319680"/>
          </a:xfrm>
          <a:prstGeom prst="rect">
            <a:avLst/>
          </a:prstGeom>
          <a:ln>
            <a:noFill/>
          </a:ln>
        </p:spPr>
      </p:pic>
      <p:sp>
        <p:nvSpPr>
          <p:cNvPr id="297" name="CustomShape 4"/>
          <p:cNvSpPr/>
          <p:nvPr/>
        </p:nvSpPr>
        <p:spPr>
          <a:xfrm>
            <a:off x="685800" y="2212920"/>
            <a:ext cx="2194200" cy="365400"/>
          </a:xfrm>
          <a:prstGeom prst="rect">
            <a:avLst/>
          </a:prstGeom>
          <a:noFill/>
          <a:ln>
            <a:noFill/>
          </a:ln>
        </p:spPr>
        <p:style>
          <a:lnRef idx="0"/>
          <a:fillRef idx="0"/>
          <a:effectRef idx="0"/>
          <a:fontRef idx="minor"/>
        </p:style>
        <p:txBody>
          <a:bodyPr lIns="0" rIns="0" tIns="0" bIns="0" anchor="ctr">
            <a:noAutofit/>
          </a:bodyPr>
          <a:p>
            <a:pPr>
              <a:lnSpc>
                <a:spcPct val="100000"/>
              </a:lnSpc>
            </a:pPr>
            <a:r>
              <a:rPr b="1" lang="de-DE" sz="1500" spc="-1" strike="noStrike">
                <a:solidFill>
                  <a:srgbClr val="1a1a1a"/>
                </a:solidFill>
                <a:latin typeface="Arial"/>
              </a:rPr>
              <a:t>Strom (ACS712)</a:t>
            </a:r>
            <a:endParaRPr b="0" lang="de-DE" sz="1500" spc="-1" strike="noStrike">
              <a:latin typeface="Arial"/>
            </a:endParaRPr>
          </a:p>
        </p:txBody>
      </p:sp>
      <p:sp>
        <p:nvSpPr>
          <p:cNvPr id="298" name="CustomShape 5"/>
          <p:cNvSpPr/>
          <p:nvPr/>
        </p:nvSpPr>
        <p:spPr>
          <a:xfrm>
            <a:off x="685800" y="2651760"/>
            <a:ext cx="2239920" cy="1462680"/>
          </a:xfrm>
          <a:prstGeom prst="rect">
            <a:avLst/>
          </a:prstGeom>
          <a:noFill/>
          <a:ln>
            <a:noFill/>
          </a:ln>
        </p:spPr>
        <p:style>
          <a:lnRef idx="0"/>
          <a:fillRef idx="0"/>
          <a:effectRef idx="0"/>
          <a:fontRef idx="minor"/>
        </p:style>
        <p:txBody>
          <a:bodyPr lIns="0" rIns="0" tIns="0" bIns="0">
            <a:noAutofit/>
          </a:bodyPr>
          <a:p>
            <a:pPr marL="177840" indent="-177480">
              <a:lnSpc>
                <a:spcPct val="100000"/>
              </a:lnSpc>
              <a:spcAft>
                <a:spcPts val="499"/>
              </a:spcAft>
              <a:buClr>
                <a:srgbClr val="1a1a1a"/>
              </a:buClr>
              <a:buFont typeface="Symbol" charset="2"/>
              <a:buChar char=""/>
            </a:pPr>
            <a:r>
              <a:rPr b="0" lang="de-DE" sz="1300" spc="-1" strike="noStrike">
                <a:solidFill>
                  <a:srgbClr val="1a1a1a"/>
                </a:solidFill>
                <a:latin typeface="Arial"/>
              </a:rPr>
              <a:t>Effektivwert über 100 ms</a:t>
            </a:r>
            <a:endParaRPr b="0" lang="de-DE" sz="1300" spc="-1" strike="noStrike">
              <a:latin typeface="Arial"/>
            </a:endParaRPr>
          </a:p>
          <a:p>
            <a:pPr marL="177840" indent="-177480">
              <a:lnSpc>
                <a:spcPct val="100000"/>
              </a:lnSpc>
              <a:spcAft>
                <a:spcPts val="499"/>
              </a:spcAft>
              <a:buClr>
                <a:srgbClr val="1a1a1a"/>
              </a:buClr>
              <a:buFont typeface="Symbol" charset="2"/>
              <a:buChar char=""/>
            </a:pPr>
            <a:r>
              <a:rPr b="0" lang="de-DE" sz="1300" spc="-1" strike="noStrike">
                <a:solidFill>
                  <a:srgbClr val="1a1a1a"/>
                </a:solidFill>
                <a:latin typeface="Arial"/>
              </a:rPr>
              <a:t>Nullpunkt beim Start gemessen</a:t>
            </a:r>
            <a:endParaRPr b="0" lang="de-DE" sz="1300" spc="-1" strike="noStrike">
              <a:latin typeface="Arial"/>
            </a:endParaRPr>
          </a:p>
          <a:p>
            <a:pPr marL="177840" indent="-177480">
              <a:lnSpc>
                <a:spcPct val="100000"/>
              </a:lnSpc>
              <a:spcAft>
                <a:spcPts val="499"/>
              </a:spcAft>
              <a:buClr>
                <a:srgbClr val="1a1a1a"/>
              </a:buClr>
              <a:buFont typeface="Symbol" charset="2"/>
              <a:buChar char=""/>
            </a:pPr>
            <a:r>
              <a:rPr b="0" lang="de-DE" sz="1300" spc="-1" strike="noStrike">
                <a:solidFill>
                  <a:srgbClr val="1a1a1a"/>
                </a:solidFill>
                <a:latin typeface="Arial"/>
              </a:rPr>
              <a:t>Sensorrauschen herausgerechnet</a:t>
            </a:r>
            <a:endParaRPr b="0" lang="de-DE" sz="1300" spc="-1" strike="noStrike">
              <a:latin typeface="Arial"/>
            </a:endParaRPr>
          </a:p>
        </p:txBody>
      </p:sp>
      <p:sp>
        <p:nvSpPr>
          <p:cNvPr id="299" name="CustomShape 6"/>
          <p:cNvSpPr/>
          <p:nvPr/>
        </p:nvSpPr>
        <p:spPr>
          <a:xfrm>
            <a:off x="3291840" y="1325880"/>
            <a:ext cx="2559960" cy="2880000"/>
          </a:xfrm>
          <a:prstGeom prst="roundRect">
            <a:avLst>
              <a:gd name="adj" fmla="val 2143"/>
            </a:avLst>
          </a:prstGeom>
          <a:solidFill>
            <a:srgbClr val="eff2f0"/>
          </a:solidFill>
          <a:ln w="12600">
            <a:solidFill>
              <a:srgbClr val="eff2f0"/>
            </a:solidFill>
            <a:round/>
          </a:ln>
        </p:spPr>
        <p:style>
          <a:lnRef idx="0"/>
          <a:fillRef idx="0"/>
          <a:effectRef idx="0"/>
          <a:fontRef idx="minor"/>
        </p:style>
      </p:sp>
      <p:sp>
        <p:nvSpPr>
          <p:cNvPr id="300" name="CustomShape 7"/>
          <p:cNvSpPr/>
          <p:nvPr/>
        </p:nvSpPr>
        <p:spPr>
          <a:xfrm>
            <a:off x="3520440" y="1463040"/>
            <a:ext cx="639720" cy="639720"/>
          </a:xfrm>
          <a:prstGeom prst="ellipse">
            <a:avLst/>
          </a:prstGeom>
          <a:solidFill>
            <a:schemeClr val="accent1"/>
          </a:solidFill>
          <a:ln w="12600">
            <a:solidFill>
              <a:schemeClr val="accent1"/>
            </a:solidFill>
            <a:round/>
          </a:ln>
        </p:spPr>
        <p:style>
          <a:lnRef idx="0"/>
          <a:fillRef idx="0"/>
          <a:effectRef idx="0"/>
          <a:fontRef idx="minor"/>
        </p:style>
      </p:sp>
      <p:pic>
        <p:nvPicPr>
          <p:cNvPr id="301" name="Messung 2 Symbol" descr=""/>
          <p:cNvPicPr/>
          <p:nvPr/>
        </p:nvPicPr>
        <p:blipFill>
          <a:blip r:embed="rId2"/>
          <a:stretch/>
        </p:blipFill>
        <p:spPr>
          <a:xfrm>
            <a:off x="3680640" y="1623240"/>
            <a:ext cx="319680" cy="319680"/>
          </a:xfrm>
          <a:prstGeom prst="rect">
            <a:avLst/>
          </a:prstGeom>
          <a:ln>
            <a:noFill/>
          </a:ln>
        </p:spPr>
      </p:pic>
      <p:sp>
        <p:nvSpPr>
          <p:cNvPr id="302" name="CustomShape 8"/>
          <p:cNvSpPr/>
          <p:nvPr/>
        </p:nvSpPr>
        <p:spPr>
          <a:xfrm>
            <a:off x="3520440" y="2212920"/>
            <a:ext cx="2194200" cy="365400"/>
          </a:xfrm>
          <a:prstGeom prst="rect">
            <a:avLst/>
          </a:prstGeom>
          <a:noFill/>
          <a:ln>
            <a:noFill/>
          </a:ln>
        </p:spPr>
        <p:style>
          <a:lnRef idx="0"/>
          <a:fillRef idx="0"/>
          <a:effectRef idx="0"/>
          <a:fontRef idx="minor"/>
        </p:style>
        <p:txBody>
          <a:bodyPr lIns="0" rIns="0" tIns="0" bIns="0" anchor="ctr">
            <a:noAutofit/>
          </a:bodyPr>
          <a:p>
            <a:pPr>
              <a:lnSpc>
                <a:spcPct val="100000"/>
              </a:lnSpc>
            </a:pPr>
            <a:r>
              <a:rPr b="1" lang="de-DE" sz="1500" spc="-1" strike="noStrike">
                <a:solidFill>
                  <a:srgbClr val="1a1a1a"/>
                </a:solidFill>
                <a:latin typeface="Arial"/>
              </a:rPr>
              <a:t>Spannung (ZMPT101B)</a:t>
            </a:r>
            <a:endParaRPr b="0" lang="de-DE" sz="1500" spc="-1" strike="noStrike">
              <a:latin typeface="Arial"/>
            </a:endParaRPr>
          </a:p>
        </p:txBody>
      </p:sp>
      <p:sp>
        <p:nvSpPr>
          <p:cNvPr id="303" name="CustomShape 9"/>
          <p:cNvSpPr/>
          <p:nvPr/>
        </p:nvSpPr>
        <p:spPr>
          <a:xfrm>
            <a:off x="3520440" y="2651760"/>
            <a:ext cx="2239920" cy="1462680"/>
          </a:xfrm>
          <a:prstGeom prst="rect">
            <a:avLst/>
          </a:prstGeom>
          <a:noFill/>
          <a:ln>
            <a:noFill/>
          </a:ln>
        </p:spPr>
        <p:style>
          <a:lnRef idx="0"/>
          <a:fillRef idx="0"/>
          <a:effectRef idx="0"/>
          <a:fontRef idx="minor"/>
        </p:style>
        <p:txBody>
          <a:bodyPr lIns="0" rIns="0" tIns="0" bIns="0">
            <a:noAutofit/>
          </a:bodyPr>
          <a:p>
            <a:pPr marL="177840" indent="-177480">
              <a:lnSpc>
                <a:spcPct val="100000"/>
              </a:lnSpc>
              <a:spcAft>
                <a:spcPts val="499"/>
              </a:spcAft>
              <a:buClr>
                <a:srgbClr val="1a1a1a"/>
              </a:buClr>
              <a:buFont typeface="Symbol" charset="2"/>
              <a:buChar char=""/>
            </a:pPr>
            <a:r>
              <a:rPr b="0" lang="de-DE" sz="1300" spc="-1" strike="noStrike">
                <a:solidFill>
                  <a:srgbClr val="1a1a1a"/>
                </a:solidFill>
                <a:latin typeface="Arial"/>
              </a:rPr>
              <a:t>Digitaler Tiefpass 200 Hz</a:t>
            </a:r>
            <a:endParaRPr b="0" lang="de-DE" sz="1300" spc="-1" strike="noStrike">
              <a:latin typeface="Arial"/>
            </a:endParaRPr>
          </a:p>
          <a:p>
            <a:pPr marL="177840" indent="-177480">
              <a:lnSpc>
                <a:spcPct val="100000"/>
              </a:lnSpc>
              <a:spcAft>
                <a:spcPts val="499"/>
              </a:spcAft>
              <a:buClr>
                <a:srgbClr val="1a1a1a"/>
              </a:buClr>
              <a:buFont typeface="Symbol" charset="2"/>
              <a:buChar char=""/>
            </a:pPr>
            <a:r>
              <a:rPr b="0" lang="de-DE" sz="1300" spc="-1" strike="noStrike">
                <a:solidFill>
                  <a:srgbClr val="1a1a1a"/>
                </a:solidFill>
                <a:latin typeface="Arial"/>
              </a:rPr>
              <a:t>Nur die 50-Hz-Grundschwingung</a:t>
            </a:r>
            <a:endParaRPr b="0" lang="de-DE" sz="1300" spc="-1" strike="noStrike">
              <a:latin typeface="Arial"/>
            </a:endParaRPr>
          </a:p>
          <a:p>
            <a:pPr marL="177840" indent="-177480">
              <a:lnSpc>
                <a:spcPct val="100000"/>
              </a:lnSpc>
              <a:spcAft>
                <a:spcPts val="499"/>
              </a:spcAft>
              <a:buClr>
                <a:srgbClr val="1a1a1a"/>
              </a:buClr>
              <a:buFont typeface="Symbol" charset="2"/>
              <a:buChar char=""/>
            </a:pPr>
            <a:r>
              <a:rPr b="0" lang="de-DE" sz="1300" spc="-1" strike="noStrike">
                <a:solidFill>
                  <a:srgbClr val="1a1a1a"/>
                </a:solidFill>
                <a:latin typeface="Arial"/>
              </a:rPr>
              <a:t>Kalibriert mit dem Oszilloskop</a:t>
            </a:r>
            <a:endParaRPr b="0" lang="de-DE" sz="1300" spc="-1" strike="noStrike">
              <a:latin typeface="Arial"/>
            </a:endParaRPr>
          </a:p>
        </p:txBody>
      </p:sp>
      <p:sp>
        <p:nvSpPr>
          <p:cNvPr id="304" name="CustomShape 10"/>
          <p:cNvSpPr/>
          <p:nvPr/>
        </p:nvSpPr>
        <p:spPr>
          <a:xfrm>
            <a:off x="6126480" y="1325880"/>
            <a:ext cx="2559960" cy="2880000"/>
          </a:xfrm>
          <a:prstGeom prst="roundRect">
            <a:avLst>
              <a:gd name="adj" fmla="val 2143"/>
            </a:avLst>
          </a:prstGeom>
          <a:solidFill>
            <a:srgbClr val="eff2f0"/>
          </a:solidFill>
          <a:ln w="12600">
            <a:solidFill>
              <a:srgbClr val="eff2f0"/>
            </a:solidFill>
            <a:round/>
          </a:ln>
        </p:spPr>
        <p:style>
          <a:lnRef idx="0"/>
          <a:fillRef idx="0"/>
          <a:effectRef idx="0"/>
          <a:fontRef idx="minor"/>
        </p:style>
      </p:sp>
      <p:sp>
        <p:nvSpPr>
          <p:cNvPr id="305" name="CustomShape 11"/>
          <p:cNvSpPr/>
          <p:nvPr/>
        </p:nvSpPr>
        <p:spPr>
          <a:xfrm>
            <a:off x="6355080" y="1463040"/>
            <a:ext cx="639720" cy="639720"/>
          </a:xfrm>
          <a:prstGeom prst="ellipse">
            <a:avLst/>
          </a:prstGeom>
          <a:solidFill>
            <a:schemeClr val="accent1"/>
          </a:solidFill>
          <a:ln w="12600">
            <a:solidFill>
              <a:schemeClr val="accent1"/>
            </a:solidFill>
            <a:round/>
          </a:ln>
        </p:spPr>
        <p:style>
          <a:lnRef idx="0"/>
          <a:fillRef idx="0"/>
          <a:effectRef idx="0"/>
          <a:fontRef idx="minor"/>
        </p:style>
      </p:sp>
      <p:pic>
        <p:nvPicPr>
          <p:cNvPr id="306" name="Messung 3 Symbol" descr=""/>
          <p:cNvPicPr/>
          <p:nvPr/>
        </p:nvPicPr>
        <p:blipFill>
          <a:blip r:embed="rId3"/>
          <a:stretch/>
        </p:blipFill>
        <p:spPr>
          <a:xfrm>
            <a:off x="6515280" y="1623240"/>
            <a:ext cx="319680" cy="319680"/>
          </a:xfrm>
          <a:prstGeom prst="rect">
            <a:avLst/>
          </a:prstGeom>
          <a:ln>
            <a:noFill/>
          </a:ln>
        </p:spPr>
      </p:pic>
      <p:sp>
        <p:nvSpPr>
          <p:cNvPr id="307" name="CustomShape 12"/>
          <p:cNvSpPr/>
          <p:nvPr/>
        </p:nvSpPr>
        <p:spPr>
          <a:xfrm>
            <a:off x="6355080" y="2212920"/>
            <a:ext cx="2194200" cy="365400"/>
          </a:xfrm>
          <a:prstGeom prst="rect">
            <a:avLst/>
          </a:prstGeom>
          <a:noFill/>
          <a:ln>
            <a:noFill/>
          </a:ln>
        </p:spPr>
        <p:style>
          <a:lnRef idx="0"/>
          <a:fillRef idx="0"/>
          <a:effectRef idx="0"/>
          <a:fontRef idx="minor"/>
        </p:style>
        <p:txBody>
          <a:bodyPr lIns="0" rIns="0" tIns="0" bIns="0" anchor="ctr">
            <a:noAutofit/>
          </a:bodyPr>
          <a:p>
            <a:pPr>
              <a:lnSpc>
                <a:spcPct val="100000"/>
              </a:lnSpc>
            </a:pPr>
            <a:r>
              <a:rPr b="1" lang="de-DE" sz="1500" spc="-1" strike="noStrike">
                <a:solidFill>
                  <a:srgbClr val="1a1a1a"/>
                </a:solidFill>
                <a:latin typeface="Arial"/>
              </a:rPr>
              <a:t>Frequenz</a:t>
            </a:r>
            <a:endParaRPr b="0" lang="de-DE" sz="1500" spc="-1" strike="noStrike">
              <a:latin typeface="Arial"/>
            </a:endParaRPr>
          </a:p>
        </p:txBody>
      </p:sp>
      <p:sp>
        <p:nvSpPr>
          <p:cNvPr id="308" name="CustomShape 13"/>
          <p:cNvSpPr/>
          <p:nvPr/>
        </p:nvSpPr>
        <p:spPr>
          <a:xfrm>
            <a:off x="6355080" y="2651760"/>
            <a:ext cx="2239920" cy="1462680"/>
          </a:xfrm>
          <a:prstGeom prst="rect">
            <a:avLst/>
          </a:prstGeom>
          <a:noFill/>
          <a:ln>
            <a:noFill/>
          </a:ln>
        </p:spPr>
        <p:style>
          <a:lnRef idx="0"/>
          <a:fillRef idx="0"/>
          <a:effectRef idx="0"/>
          <a:fontRef idx="minor"/>
        </p:style>
        <p:txBody>
          <a:bodyPr lIns="0" rIns="0" tIns="0" bIns="0">
            <a:noAutofit/>
          </a:bodyPr>
          <a:p>
            <a:pPr marL="177840" indent="-177480">
              <a:lnSpc>
                <a:spcPct val="100000"/>
              </a:lnSpc>
              <a:spcAft>
                <a:spcPts val="499"/>
              </a:spcAft>
              <a:buClr>
                <a:srgbClr val="1a1a1a"/>
              </a:buClr>
              <a:buFont typeface="Symbol" charset="2"/>
              <a:buChar char=""/>
            </a:pPr>
            <a:r>
              <a:rPr b="0" lang="de-DE" sz="1300" spc="-1" strike="noStrike">
                <a:solidFill>
                  <a:srgbClr val="1a1a1a"/>
                </a:solidFill>
                <a:latin typeface="Arial"/>
              </a:rPr>
              <a:t>Zählt Nulldurchgänge</a:t>
            </a:r>
            <a:endParaRPr b="0" lang="de-DE" sz="1300" spc="-1" strike="noStrike">
              <a:latin typeface="Arial"/>
            </a:endParaRPr>
          </a:p>
          <a:p>
            <a:pPr marL="177840" indent="-177480">
              <a:lnSpc>
                <a:spcPct val="100000"/>
              </a:lnSpc>
              <a:spcAft>
                <a:spcPts val="499"/>
              </a:spcAft>
              <a:buClr>
                <a:srgbClr val="1a1a1a"/>
              </a:buClr>
              <a:buFont typeface="Symbol" charset="2"/>
              <a:buChar char=""/>
            </a:pPr>
            <a:r>
              <a:rPr b="0" lang="de-DE" sz="1300" spc="-1" strike="noStrike">
                <a:solidFill>
                  <a:srgbClr val="1a1a1a"/>
                </a:solidFill>
                <a:latin typeface="Arial"/>
              </a:rPr>
              <a:t>Hysterese und 10 ms Sperrzeit</a:t>
            </a:r>
            <a:endParaRPr b="0" lang="de-DE" sz="1300" spc="-1" strike="noStrike">
              <a:latin typeface="Arial"/>
            </a:endParaRPr>
          </a:p>
          <a:p>
            <a:pPr marL="177840" indent="-177480">
              <a:lnSpc>
                <a:spcPct val="100000"/>
              </a:lnSpc>
              <a:spcAft>
                <a:spcPts val="499"/>
              </a:spcAft>
              <a:buClr>
                <a:srgbClr val="1a1a1a"/>
              </a:buClr>
              <a:buFont typeface="Symbol" charset="2"/>
              <a:buChar char=""/>
            </a:pPr>
            <a:r>
              <a:rPr b="0" lang="de-DE" sz="1300" spc="-1" strike="noStrike">
                <a:solidFill>
                  <a:srgbClr val="1a1a1a"/>
                </a:solidFill>
                <a:latin typeface="Arial"/>
              </a:rPr>
              <a:t>Zeitstempel mit 6 ns Auflösung</a:t>
            </a:r>
            <a:endParaRPr b="0" lang="de-DE" sz="1300" spc="-1" strike="noStrike">
              <a:latin typeface="Arial"/>
            </a:endParaRPr>
          </a:p>
        </p:txBody>
      </p:sp>
      <p:sp>
        <p:nvSpPr>
          <p:cNvPr id="309" name="CustomShape 14"/>
          <p:cNvSpPr/>
          <p:nvPr/>
        </p:nvSpPr>
        <p:spPr>
          <a:xfrm>
            <a:off x="457200" y="4316040"/>
            <a:ext cx="8229240" cy="319680"/>
          </a:xfrm>
          <a:prstGeom prst="rect">
            <a:avLst/>
          </a:prstGeom>
          <a:noFill/>
          <a:ln>
            <a:noFill/>
          </a:ln>
        </p:spPr>
        <p:style>
          <a:lnRef idx="0"/>
          <a:fillRef idx="0"/>
          <a:effectRef idx="0"/>
          <a:fontRef idx="minor"/>
        </p:style>
        <p:txBody>
          <a:bodyPr lIns="0" rIns="0" tIns="0" bIns="0" anchor="ctr">
            <a:noAutofit/>
          </a:bodyPr>
          <a:p>
            <a:pPr>
              <a:lnSpc>
                <a:spcPct val="100000"/>
              </a:lnSpc>
            </a:pPr>
            <a:r>
              <a:rPr b="0" i="1" lang="de-DE" sz="1200" spc="-1" strike="noStrike">
                <a:solidFill>
                  <a:srgbClr val="4b545c"/>
                </a:solidFill>
                <a:latin typeface="Arial"/>
              </a:rPr>
              <a:t>Zusätzlich zeigt der Debugger die Ausgangsspannung live als Kurve (Serial Wire Viewer).</a:t>
            </a:r>
            <a:endParaRPr b="0" lang="de-DE" sz="1200" spc="-1" strike="noStrike">
              <a:latin typeface="Arial"/>
            </a:endParaRPr>
          </a:p>
        </p:txBody>
      </p:sp>
      <p:sp>
        <p:nvSpPr>
          <p:cNvPr id="310" name="TextShape 15"/>
          <p:cNvSpPr txBox="1"/>
          <p:nvPr/>
        </p:nvSpPr>
        <p:spPr>
          <a:xfrm>
            <a:off x="8321040" y="4869360"/>
            <a:ext cx="456840" cy="273960"/>
          </a:xfrm>
          <a:prstGeom prst="rect">
            <a:avLst/>
          </a:prstGeom>
          <a:noFill/>
          <a:ln>
            <a:noFill/>
          </a:ln>
        </p:spPr>
        <p:txBody>
          <a:bodyPr lIns="90000" rIns="90000" tIns="45000" bIns="45000" anchor="ctr">
            <a:noAutofit/>
          </a:bodyPr>
          <a:p>
            <a:pPr algn="r">
              <a:lnSpc>
                <a:spcPct val="100000"/>
              </a:lnSpc>
            </a:pPr>
            <a:fld id="{8699477A-1910-44A5-80FC-F2B81E518483}" type="slidenum">
              <a:rPr b="0" lang="de-DE" sz="900" spc="-1" strike="noStrike">
                <a:solidFill>
                  <a:srgbClr val="ffffff"/>
                </a:solidFill>
                <a:latin typeface="Arial"/>
              </a:rPr>
              <a:t>1</a:t>
            </a:fld>
            <a:endParaRPr b="0" lang="de-DE" sz="900" spc="-1" strike="noStrike">
              <a:latin typeface="Times New Roman"/>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1" name="TextShape 1"/>
          <p:cNvSpPr txBox="1"/>
          <p:nvPr/>
        </p:nvSpPr>
        <p:spPr>
          <a:xfrm>
            <a:off x="457200" y="658440"/>
            <a:ext cx="8229240" cy="548280"/>
          </a:xfrm>
          <a:prstGeom prst="rect">
            <a:avLst/>
          </a:prstGeom>
          <a:noFill/>
          <a:ln>
            <a:noFill/>
          </a:ln>
        </p:spPr>
        <p:txBody>
          <a:bodyPr lIns="0" rIns="0" tIns="0" bIns="0" anchor="ctr">
            <a:noAutofit/>
          </a:bodyPr>
          <a:p>
            <a:pPr>
              <a:lnSpc>
                <a:spcPct val="100000"/>
              </a:lnSpc>
            </a:pPr>
            <a:r>
              <a:rPr b="1" lang="de-DE" sz="2400" spc="-1" strike="noStrike">
                <a:solidFill>
                  <a:srgbClr val="1a1a1a"/>
                </a:solidFill>
                <a:latin typeface="Arial"/>
              </a:rPr>
              <a:t>Messung am Oszilloskop</a:t>
            </a:r>
            <a:endParaRPr b="0" lang="de-DE" sz="2400" spc="-1" strike="noStrike">
              <a:solidFill>
                <a:srgbClr val="1a1a1a"/>
              </a:solidFill>
              <a:latin typeface="Arial"/>
            </a:endParaRPr>
          </a:p>
        </p:txBody>
      </p:sp>
      <p:pic>
        <p:nvPicPr>
          <p:cNvPr id="312" name="Oszilloskop Messung" descr=""/>
          <p:cNvPicPr/>
          <p:nvPr/>
        </p:nvPicPr>
        <p:blipFill>
          <a:blip r:embed="rId1"/>
          <a:stretch/>
        </p:blipFill>
        <p:spPr>
          <a:xfrm>
            <a:off x="457200" y="1371600"/>
            <a:ext cx="5303160" cy="2588400"/>
          </a:xfrm>
          <a:prstGeom prst="rect">
            <a:avLst/>
          </a:prstGeom>
          <a:ln>
            <a:noFill/>
          </a:ln>
        </p:spPr>
      </p:pic>
      <p:sp>
        <p:nvSpPr>
          <p:cNvPr id="313" name="CustomShape 2"/>
          <p:cNvSpPr/>
          <p:nvPr/>
        </p:nvSpPr>
        <p:spPr>
          <a:xfrm>
            <a:off x="457200" y="4069080"/>
            <a:ext cx="5303160" cy="548280"/>
          </a:xfrm>
          <a:prstGeom prst="rect">
            <a:avLst/>
          </a:prstGeom>
          <a:noFill/>
          <a:ln>
            <a:noFill/>
          </a:ln>
        </p:spPr>
        <p:style>
          <a:lnRef idx="0"/>
          <a:fillRef idx="0"/>
          <a:effectRef idx="0"/>
          <a:fontRef idx="minor"/>
        </p:style>
        <p:txBody>
          <a:bodyPr lIns="0" rIns="0" tIns="0" bIns="0">
            <a:noAutofit/>
          </a:bodyPr>
          <a:p>
            <a:pPr>
              <a:lnSpc>
                <a:spcPct val="100000"/>
              </a:lnSpc>
            </a:pPr>
            <a:r>
              <a:rPr b="0" lang="de-DE" sz="1100" spc="-1" strike="noStrike">
                <a:solidFill>
                  <a:srgbClr val="4b545c"/>
                </a:solidFill>
                <a:latin typeface="Arial"/>
              </a:rPr>
              <a:t>Analog Discovery 2 / WaveForms: Kanal 1 an Klemme A, Kanal 2 an Klemme B, angezeigt wird C2 − C1 mit den Messwerten Frequenz, AC RMS und Spitze-Spitze</a:t>
            </a:r>
            <a:endParaRPr b="0" lang="de-DE" sz="1100" spc="-1" strike="noStrike">
              <a:latin typeface="Arial"/>
            </a:endParaRPr>
          </a:p>
        </p:txBody>
      </p:sp>
      <p:sp>
        <p:nvSpPr>
          <p:cNvPr id="314" name="CustomShape 3"/>
          <p:cNvSpPr/>
          <p:nvPr/>
        </p:nvSpPr>
        <p:spPr>
          <a:xfrm>
            <a:off x="6035040" y="1371600"/>
            <a:ext cx="2651400" cy="502560"/>
          </a:xfrm>
          <a:prstGeom prst="rect">
            <a:avLst/>
          </a:prstGeom>
          <a:noFill/>
          <a:ln>
            <a:noFill/>
          </a:ln>
        </p:spPr>
        <p:style>
          <a:lnRef idx="0"/>
          <a:fillRef idx="0"/>
          <a:effectRef idx="0"/>
          <a:fontRef idx="minor"/>
        </p:style>
        <p:txBody>
          <a:bodyPr lIns="0" rIns="0" tIns="0" bIns="0" anchor="ctr">
            <a:noAutofit/>
          </a:bodyPr>
          <a:p>
            <a:pPr>
              <a:lnSpc>
                <a:spcPct val="100000"/>
              </a:lnSpc>
            </a:pPr>
            <a:r>
              <a:rPr b="1" lang="de-DE" sz="2800" spc="-1" strike="noStrike">
                <a:solidFill>
                  <a:srgbClr val="80ba24"/>
                </a:solidFill>
                <a:latin typeface="Arial"/>
              </a:rPr>
              <a:t>11,80 V</a:t>
            </a:r>
            <a:endParaRPr b="0" lang="de-DE" sz="2800" spc="-1" strike="noStrike">
              <a:latin typeface="Arial"/>
            </a:endParaRPr>
          </a:p>
        </p:txBody>
      </p:sp>
      <p:sp>
        <p:nvSpPr>
          <p:cNvPr id="315" name="CustomShape 4"/>
          <p:cNvSpPr/>
          <p:nvPr/>
        </p:nvSpPr>
        <p:spPr>
          <a:xfrm>
            <a:off x="6035040" y="1874520"/>
            <a:ext cx="2651400" cy="411120"/>
          </a:xfrm>
          <a:prstGeom prst="rect">
            <a:avLst/>
          </a:prstGeom>
          <a:noFill/>
          <a:ln>
            <a:noFill/>
          </a:ln>
        </p:spPr>
        <p:style>
          <a:lnRef idx="0"/>
          <a:fillRef idx="0"/>
          <a:effectRef idx="0"/>
          <a:fontRef idx="minor"/>
        </p:style>
        <p:txBody>
          <a:bodyPr lIns="0" rIns="0" tIns="0" bIns="0">
            <a:noAutofit/>
          </a:bodyPr>
          <a:p>
            <a:pPr>
              <a:lnSpc>
                <a:spcPct val="100000"/>
              </a:lnSpc>
            </a:pPr>
            <a:r>
              <a:rPr b="0" lang="de-DE" sz="1200" spc="-1" strike="noStrike">
                <a:solidFill>
                  <a:srgbClr val="4b545c"/>
                </a:solidFill>
                <a:latin typeface="Arial"/>
              </a:rPr>
              <a:t>Effektivwert (berechnet: 11,88 V)</a:t>
            </a:r>
            <a:endParaRPr b="0" lang="de-DE" sz="1200" spc="-1" strike="noStrike">
              <a:latin typeface="Arial"/>
            </a:endParaRPr>
          </a:p>
        </p:txBody>
      </p:sp>
      <p:sp>
        <p:nvSpPr>
          <p:cNvPr id="316" name="CustomShape 5"/>
          <p:cNvSpPr/>
          <p:nvPr/>
        </p:nvSpPr>
        <p:spPr>
          <a:xfrm>
            <a:off x="6035040" y="2468880"/>
            <a:ext cx="2651400" cy="502560"/>
          </a:xfrm>
          <a:prstGeom prst="rect">
            <a:avLst/>
          </a:prstGeom>
          <a:noFill/>
          <a:ln>
            <a:noFill/>
          </a:ln>
        </p:spPr>
        <p:style>
          <a:lnRef idx="0"/>
          <a:fillRef idx="0"/>
          <a:effectRef idx="0"/>
          <a:fontRef idx="minor"/>
        </p:style>
        <p:txBody>
          <a:bodyPr lIns="0" rIns="0" tIns="0" bIns="0" anchor="ctr">
            <a:noAutofit/>
          </a:bodyPr>
          <a:p>
            <a:pPr>
              <a:lnSpc>
                <a:spcPct val="100000"/>
              </a:lnSpc>
            </a:pPr>
            <a:r>
              <a:rPr b="1" lang="de-DE" sz="2800" spc="-1" strike="noStrike">
                <a:solidFill>
                  <a:srgbClr val="80ba24"/>
                </a:solidFill>
                <a:latin typeface="Arial"/>
              </a:rPr>
              <a:t>50,07 Hz</a:t>
            </a:r>
            <a:endParaRPr b="0" lang="de-DE" sz="2800" spc="-1" strike="noStrike">
              <a:latin typeface="Arial"/>
            </a:endParaRPr>
          </a:p>
        </p:txBody>
      </p:sp>
      <p:sp>
        <p:nvSpPr>
          <p:cNvPr id="317" name="CustomShape 6"/>
          <p:cNvSpPr/>
          <p:nvPr/>
        </p:nvSpPr>
        <p:spPr>
          <a:xfrm>
            <a:off x="6035040" y="2971800"/>
            <a:ext cx="2651400" cy="411120"/>
          </a:xfrm>
          <a:prstGeom prst="rect">
            <a:avLst/>
          </a:prstGeom>
          <a:noFill/>
          <a:ln>
            <a:noFill/>
          </a:ln>
        </p:spPr>
        <p:style>
          <a:lnRef idx="0"/>
          <a:fillRef idx="0"/>
          <a:effectRef idx="0"/>
          <a:fontRef idx="minor"/>
        </p:style>
        <p:txBody>
          <a:bodyPr lIns="0" rIns="0" tIns="0" bIns="0">
            <a:noAutofit/>
          </a:bodyPr>
          <a:p>
            <a:pPr>
              <a:lnSpc>
                <a:spcPct val="100000"/>
              </a:lnSpc>
            </a:pPr>
            <a:r>
              <a:rPr b="0" lang="de-DE" sz="1200" spc="-1" strike="noStrike">
                <a:solidFill>
                  <a:srgbClr val="4b545c"/>
                </a:solidFill>
                <a:latin typeface="Arial"/>
              </a:rPr>
              <a:t>Frequenz</a:t>
            </a:r>
            <a:endParaRPr b="0" lang="de-DE" sz="1200" spc="-1" strike="noStrike">
              <a:latin typeface="Arial"/>
            </a:endParaRPr>
          </a:p>
        </p:txBody>
      </p:sp>
      <p:sp>
        <p:nvSpPr>
          <p:cNvPr id="318" name="CustomShape 7"/>
          <p:cNvSpPr/>
          <p:nvPr/>
        </p:nvSpPr>
        <p:spPr>
          <a:xfrm>
            <a:off x="6035040" y="3566160"/>
            <a:ext cx="2651400" cy="502560"/>
          </a:xfrm>
          <a:prstGeom prst="rect">
            <a:avLst/>
          </a:prstGeom>
          <a:noFill/>
          <a:ln>
            <a:noFill/>
          </a:ln>
        </p:spPr>
        <p:style>
          <a:lnRef idx="0"/>
          <a:fillRef idx="0"/>
          <a:effectRef idx="0"/>
          <a:fontRef idx="minor"/>
        </p:style>
        <p:txBody>
          <a:bodyPr lIns="0" rIns="0" tIns="0" bIns="0" anchor="ctr">
            <a:noAutofit/>
          </a:bodyPr>
          <a:p>
            <a:pPr>
              <a:lnSpc>
                <a:spcPct val="100000"/>
              </a:lnSpc>
            </a:pPr>
            <a:r>
              <a:rPr b="1" lang="de-DE" sz="2800" spc="-1" strike="noStrike">
                <a:solidFill>
                  <a:srgbClr val="80ba24"/>
                </a:solidFill>
                <a:latin typeface="Arial"/>
              </a:rPr>
              <a:t>35,3 V</a:t>
            </a:r>
            <a:endParaRPr b="0" lang="de-DE" sz="2800" spc="-1" strike="noStrike">
              <a:latin typeface="Arial"/>
            </a:endParaRPr>
          </a:p>
        </p:txBody>
      </p:sp>
      <p:sp>
        <p:nvSpPr>
          <p:cNvPr id="319" name="CustomShape 8"/>
          <p:cNvSpPr/>
          <p:nvPr/>
        </p:nvSpPr>
        <p:spPr>
          <a:xfrm>
            <a:off x="6035040" y="4069080"/>
            <a:ext cx="2651400" cy="411120"/>
          </a:xfrm>
          <a:prstGeom prst="rect">
            <a:avLst/>
          </a:prstGeom>
          <a:noFill/>
          <a:ln>
            <a:noFill/>
          </a:ln>
        </p:spPr>
        <p:style>
          <a:lnRef idx="0"/>
          <a:fillRef idx="0"/>
          <a:effectRef idx="0"/>
          <a:fontRef idx="minor"/>
        </p:style>
        <p:txBody>
          <a:bodyPr lIns="0" rIns="0" tIns="0" bIns="0">
            <a:noAutofit/>
          </a:bodyPr>
          <a:p>
            <a:pPr>
              <a:lnSpc>
                <a:spcPct val="100000"/>
              </a:lnSpc>
            </a:pPr>
            <a:r>
              <a:rPr b="0" lang="de-DE" sz="1200" spc="-1" strike="noStrike">
                <a:solidFill>
                  <a:srgbClr val="4b545c"/>
                </a:solidFill>
                <a:latin typeface="Arial"/>
              </a:rPr>
              <a:t>Spitze-Spitze (reiner Sinus: 33,4 V)</a:t>
            </a:r>
            <a:endParaRPr b="0" lang="de-DE" sz="1200" spc="-1" strike="noStrike">
              <a:latin typeface="Arial"/>
            </a:endParaRPr>
          </a:p>
        </p:txBody>
      </p:sp>
      <p:sp>
        <p:nvSpPr>
          <p:cNvPr id="320" name="TextShape 9"/>
          <p:cNvSpPr txBox="1"/>
          <p:nvPr/>
        </p:nvSpPr>
        <p:spPr>
          <a:xfrm>
            <a:off x="8321040" y="4869360"/>
            <a:ext cx="456840" cy="273960"/>
          </a:xfrm>
          <a:prstGeom prst="rect">
            <a:avLst/>
          </a:prstGeom>
          <a:noFill/>
          <a:ln>
            <a:noFill/>
          </a:ln>
        </p:spPr>
        <p:txBody>
          <a:bodyPr lIns="90000" rIns="90000" tIns="45000" bIns="45000" anchor="ctr">
            <a:noAutofit/>
          </a:bodyPr>
          <a:p>
            <a:pPr algn="r">
              <a:lnSpc>
                <a:spcPct val="100000"/>
              </a:lnSpc>
            </a:pPr>
            <a:fld id="{8A269A21-E874-4811-AEDE-C60D45CF94F4}" type="slidenum">
              <a:rPr b="0" lang="de-DE" sz="900" spc="-1" strike="noStrike">
                <a:solidFill>
                  <a:srgbClr val="ffffff"/>
                </a:solidFill>
                <a:latin typeface="Arial"/>
              </a:rPr>
              <a:t>1</a:t>
            </a:fld>
            <a:endParaRPr b="0" lang="de-DE" sz="900" spc="-1" strike="noStrike">
              <a:latin typeface="Times New Roman"/>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1" name="TextShape 1"/>
          <p:cNvSpPr txBox="1"/>
          <p:nvPr/>
        </p:nvSpPr>
        <p:spPr>
          <a:xfrm>
            <a:off x="457200" y="658440"/>
            <a:ext cx="8229240" cy="548280"/>
          </a:xfrm>
          <a:prstGeom prst="rect">
            <a:avLst/>
          </a:prstGeom>
          <a:noFill/>
          <a:ln>
            <a:noFill/>
          </a:ln>
        </p:spPr>
        <p:txBody>
          <a:bodyPr lIns="0" rIns="0" tIns="0" bIns="0" anchor="ctr">
            <a:noAutofit/>
          </a:bodyPr>
          <a:p>
            <a:pPr>
              <a:lnSpc>
                <a:spcPct val="100000"/>
              </a:lnSpc>
            </a:pPr>
            <a:r>
              <a:rPr b="1" lang="de-DE" sz="2400" spc="-1" strike="noStrike">
                <a:solidFill>
                  <a:srgbClr val="1a1a1a"/>
                </a:solidFill>
                <a:latin typeface="Arial"/>
              </a:rPr>
              <a:t>Genauigkeit der Messung</a:t>
            </a:r>
            <a:endParaRPr b="0" lang="de-DE" sz="2400" spc="-1" strike="noStrike">
              <a:solidFill>
                <a:srgbClr val="1a1a1a"/>
              </a:solidFill>
              <a:latin typeface="Arial"/>
            </a:endParaRPr>
          </a:p>
        </p:txBody>
      </p:sp>
      <p:graphicFrame>
        <p:nvGraphicFramePr>
          <p:cNvPr id="322" name="Table 2"/>
          <p:cNvGraphicFramePr/>
          <p:nvPr/>
        </p:nvGraphicFramePr>
        <p:xfrm>
          <a:off x="457200" y="1371600"/>
          <a:ext cx="5714640" cy="1901520"/>
        </p:xfrm>
        <a:graphic>
          <a:graphicData uri="http://schemas.openxmlformats.org/drawingml/2006/table">
            <a:tbl>
              <a:tblPr/>
              <a:tblGrid>
                <a:gridCol w="1325880"/>
                <a:gridCol w="2331720"/>
                <a:gridCol w="914400"/>
                <a:gridCol w="1143000"/>
              </a:tblGrid>
              <a:tr h="475200">
                <a:tc>
                  <a:txBody>
                    <a:bodyPr lIns="73080" rIns="73080" tIns="0" bIns="0" anchor="ctr">
                      <a:noAutofit/>
                    </a:bodyPr>
                    <a:p>
                      <a:pPr>
                        <a:lnSpc>
                          <a:spcPct val="100000"/>
                        </a:lnSpc>
                      </a:pPr>
                      <a:r>
                        <a:rPr b="1" lang="de-DE" sz="1300" spc="-1" strike="noStrike">
                          <a:solidFill>
                            <a:srgbClr val="ffffff"/>
                          </a:solidFill>
                          <a:latin typeface="Arial"/>
                        </a:rPr>
                        <a:t>Größe</a:t>
                      </a:r>
                      <a:endParaRPr b="0" lang="de-DE" sz="1300" spc="-1" strike="noStrike">
                        <a:latin typeface="Arial"/>
                      </a:endParaRPr>
                    </a:p>
                  </a:txBody>
                  <a:tcPr marL="73080" marR="73080">
                    <a:lnL w="9360">
                      <a:solidFill>
                        <a:srgbClr val="d5dcd8"/>
                      </a:solidFill>
                    </a:lnL>
                    <a:lnR w="9360">
                      <a:solidFill>
                        <a:srgbClr val="d5dcd8"/>
                      </a:solidFill>
                    </a:lnR>
                    <a:lnT w="9360">
                      <a:solidFill>
                        <a:srgbClr val="d5dcd8"/>
                      </a:solidFill>
                    </a:lnT>
                    <a:lnB w="9360">
                      <a:solidFill>
                        <a:srgbClr val="d5dcd8"/>
                      </a:solidFill>
                    </a:lnB>
                    <a:solidFill>
                      <a:srgbClr val="000000"/>
                    </a:solidFill>
                  </a:tcPr>
                </a:tc>
                <a:tc>
                  <a:txBody>
                    <a:bodyPr lIns="73080" rIns="73080" tIns="0" bIns="0" anchor="ctr">
                      <a:noAutofit/>
                    </a:bodyPr>
                    <a:p>
                      <a:pPr>
                        <a:lnSpc>
                          <a:spcPct val="100000"/>
                        </a:lnSpc>
                      </a:pPr>
                      <a:r>
                        <a:rPr b="1" lang="de-DE" sz="1300" spc="-1" strike="noStrike">
                          <a:solidFill>
                            <a:srgbClr val="ffffff"/>
                          </a:solidFill>
                          <a:latin typeface="Arial"/>
                        </a:rPr>
                        <a:t>Referenz</a:t>
                      </a:r>
                      <a:endParaRPr b="0" lang="de-DE" sz="1300" spc="-1" strike="noStrike">
                        <a:latin typeface="Arial"/>
                      </a:endParaRPr>
                    </a:p>
                  </a:txBody>
                  <a:tcPr marL="73080" marR="73080">
                    <a:lnL w="9360">
                      <a:solidFill>
                        <a:srgbClr val="d5dcd8"/>
                      </a:solidFill>
                    </a:lnL>
                    <a:lnR w="9360">
                      <a:solidFill>
                        <a:srgbClr val="d5dcd8"/>
                      </a:solidFill>
                    </a:lnR>
                    <a:lnT w="9360">
                      <a:solidFill>
                        <a:srgbClr val="d5dcd8"/>
                      </a:solidFill>
                    </a:lnT>
                    <a:lnB w="9360">
                      <a:solidFill>
                        <a:srgbClr val="d5dcd8"/>
                      </a:solidFill>
                    </a:lnB>
                    <a:solidFill>
                      <a:srgbClr val="000000"/>
                    </a:solidFill>
                  </a:tcPr>
                </a:tc>
                <a:tc>
                  <a:txBody>
                    <a:bodyPr lIns="73080" rIns="73080" tIns="0" bIns="0" anchor="ctr">
                      <a:noAutofit/>
                    </a:bodyPr>
                    <a:p>
                      <a:pPr>
                        <a:lnSpc>
                          <a:spcPct val="100000"/>
                        </a:lnSpc>
                      </a:pPr>
                      <a:r>
                        <a:rPr b="1" lang="de-DE" sz="1300" spc="-1" strike="noStrike">
                          <a:solidFill>
                            <a:srgbClr val="ffffff"/>
                          </a:solidFill>
                          <a:latin typeface="Arial"/>
                        </a:rPr>
                        <a:t>STM32</a:t>
                      </a:r>
                      <a:endParaRPr b="0" lang="de-DE" sz="1300" spc="-1" strike="noStrike">
                        <a:latin typeface="Arial"/>
                      </a:endParaRPr>
                    </a:p>
                  </a:txBody>
                  <a:tcPr marL="73080" marR="73080">
                    <a:lnL w="9360">
                      <a:solidFill>
                        <a:srgbClr val="d5dcd8"/>
                      </a:solidFill>
                    </a:lnL>
                    <a:lnR w="9360">
                      <a:solidFill>
                        <a:srgbClr val="d5dcd8"/>
                      </a:solidFill>
                    </a:lnR>
                    <a:lnT w="9360">
                      <a:solidFill>
                        <a:srgbClr val="d5dcd8"/>
                      </a:solidFill>
                    </a:lnT>
                    <a:lnB w="9360">
                      <a:solidFill>
                        <a:srgbClr val="d5dcd8"/>
                      </a:solidFill>
                    </a:lnB>
                    <a:solidFill>
                      <a:srgbClr val="000000"/>
                    </a:solidFill>
                  </a:tcPr>
                </a:tc>
                <a:tc>
                  <a:txBody>
                    <a:bodyPr lIns="73080" rIns="73080" tIns="0" bIns="0" anchor="ctr">
                      <a:noAutofit/>
                    </a:bodyPr>
                    <a:p>
                      <a:pPr>
                        <a:lnSpc>
                          <a:spcPct val="100000"/>
                        </a:lnSpc>
                      </a:pPr>
                      <a:r>
                        <a:rPr b="1" lang="de-DE" sz="1300" spc="-1" strike="noStrike">
                          <a:solidFill>
                            <a:srgbClr val="ffffff"/>
                          </a:solidFill>
                          <a:latin typeface="Arial"/>
                        </a:rPr>
                        <a:t>Abweichung</a:t>
                      </a:r>
                      <a:endParaRPr b="0" lang="de-DE" sz="1300" spc="-1" strike="noStrike">
                        <a:latin typeface="Arial"/>
                      </a:endParaRPr>
                    </a:p>
                  </a:txBody>
                  <a:tcPr marL="73080" marR="73080">
                    <a:lnL w="9360">
                      <a:solidFill>
                        <a:srgbClr val="d5dcd8"/>
                      </a:solidFill>
                    </a:lnL>
                    <a:lnR w="9360">
                      <a:solidFill>
                        <a:srgbClr val="d5dcd8"/>
                      </a:solidFill>
                    </a:lnR>
                    <a:lnT w="9360">
                      <a:solidFill>
                        <a:srgbClr val="d5dcd8"/>
                      </a:solidFill>
                    </a:lnT>
                    <a:lnB w="9360">
                      <a:solidFill>
                        <a:srgbClr val="d5dcd8"/>
                      </a:solidFill>
                    </a:lnB>
                    <a:solidFill>
                      <a:srgbClr val="000000"/>
                    </a:solidFill>
                  </a:tcPr>
                </a:tc>
              </a:tr>
              <a:tr h="475200">
                <a:tc>
                  <a:txBody>
                    <a:bodyPr lIns="73080" rIns="73080" tIns="0" bIns="0" anchor="ctr">
                      <a:noAutofit/>
                    </a:bodyPr>
                    <a:p>
                      <a:pPr>
                        <a:lnSpc>
                          <a:spcPct val="100000"/>
                        </a:lnSpc>
                      </a:pPr>
                      <a:r>
                        <a:rPr b="0" lang="de-DE" sz="1300" spc="-1" strike="noStrike">
                          <a:solidFill>
                            <a:srgbClr val="1a1a1a"/>
                          </a:solidFill>
                          <a:latin typeface="Arial"/>
                        </a:rPr>
                        <a:t>Spannung (eff.)</a:t>
                      </a:r>
                      <a:endParaRPr b="0" lang="de-DE" sz="1300" spc="-1" strike="noStrike">
                        <a:latin typeface="Arial"/>
                      </a:endParaRPr>
                    </a:p>
                  </a:txBody>
                  <a:tcPr marL="73080" marR="73080">
                    <a:lnL w="9360">
                      <a:solidFill>
                        <a:srgbClr val="d5dcd8"/>
                      </a:solidFill>
                    </a:lnL>
                    <a:lnR w="9360">
                      <a:solidFill>
                        <a:srgbClr val="d5dcd8"/>
                      </a:solidFill>
                    </a:lnR>
                    <a:lnT w="9360">
                      <a:solidFill>
                        <a:srgbClr val="d5dcd8"/>
                      </a:solidFill>
                    </a:lnT>
                    <a:lnB w="9360">
                      <a:solidFill>
                        <a:srgbClr val="d5dcd8"/>
                      </a:solidFill>
                    </a:lnB>
                    <a:solidFill>
                      <a:srgbClr val="ffffff"/>
                    </a:solidFill>
                  </a:tcPr>
                </a:tc>
                <a:tc>
                  <a:txBody>
                    <a:bodyPr lIns="73080" rIns="73080" tIns="0" bIns="0" anchor="ctr">
                      <a:noAutofit/>
                    </a:bodyPr>
                    <a:p>
                      <a:pPr>
                        <a:lnSpc>
                          <a:spcPct val="100000"/>
                        </a:lnSpc>
                      </a:pPr>
                      <a:r>
                        <a:rPr b="0" lang="de-DE" sz="1300" spc="-1" strike="noStrike">
                          <a:solidFill>
                            <a:srgbClr val="1a1a1a"/>
                          </a:solidFill>
                          <a:latin typeface="Arial"/>
                        </a:rPr>
                        <a:t>11,801 V (Oszilloskop)</a:t>
                      </a:r>
                      <a:endParaRPr b="0" lang="de-DE" sz="1300" spc="-1" strike="noStrike">
                        <a:latin typeface="Arial"/>
                      </a:endParaRPr>
                    </a:p>
                  </a:txBody>
                  <a:tcPr marL="73080" marR="73080">
                    <a:lnL w="9360">
                      <a:solidFill>
                        <a:srgbClr val="d5dcd8"/>
                      </a:solidFill>
                    </a:lnL>
                    <a:lnR w="9360">
                      <a:solidFill>
                        <a:srgbClr val="d5dcd8"/>
                      </a:solidFill>
                    </a:lnR>
                    <a:lnT w="9360">
                      <a:solidFill>
                        <a:srgbClr val="d5dcd8"/>
                      </a:solidFill>
                    </a:lnT>
                    <a:lnB w="9360">
                      <a:solidFill>
                        <a:srgbClr val="d5dcd8"/>
                      </a:solidFill>
                    </a:lnB>
                    <a:solidFill>
                      <a:srgbClr val="ffffff"/>
                    </a:solidFill>
                  </a:tcPr>
                </a:tc>
                <a:tc>
                  <a:txBody>
                    <a:bodyPr lIns="73080" rIns="73080" tIns="0" bIns="0" anchor="ctr">
                      <a:noAutofit/>
                    </a:bodyPr>
                    <a:p>
                      <a:pPr>
                        <a:lnSpc>
                          <a:spcPct val="100000"/>
                        </a:lnSpc>
                      </a:pPr>
                      <a:r>
                        <a:rPr b="0" lang="de-DE" sz="1300" spc="-1" strike="noStrike">
                          <a:solidFill>
                            <a:srgbClr val="1a1a1a"/>
                          </a:solidFill>
                          <a:latin typeface="Arial"/>
                        </a:rPr>
                        <a:t>11,91 V</a:t>
                      </a:r>
                      <a:endParaRPr b="0" lang="de-DE" sz="1300" spc="-1" strike="noStrike">
                        <a:latin typeface="Arial"/>
                      </a:endParaRPr>
                    </a:p>
                  </a:txBody>
                  <a:tcPr marL="73080" marR="73080">
                    <a:lnL w="9360">
                      <a:solidFill>
                        <a:srgbClr val="d5dcd8"/>
                      </a:solidFill>
                    </a:lnL>
                    <a:lnR w="9360">
                      <a:solidFill>
                        <a:srgbClr val="d5dcd8"/>
                      </a:solidFill>
                    </a:lnR>
                    <a:lnT w="9360">
                      <a:solidFill>
                        <a:srgbClr val="d5dcd8"/>
                      </a:solidFill>
                    </a:lnT>
                    <a:lnB w="9360">
                      <a:solidFill>
                        <a:srgbClr val="d5dcd8"/>
                      </a:solidFill>
                    </a:lnB>
                    <a:solidFill>
                      <a:srgbClr val="ffffff"/>
                    </a:solidFill>
                  </a:tcPr>
                </a:tc>
                <a:tc>
                  <a:txBody>
                    <a:bodyPr lIns="73080" rIns="73080" tIns="0" bIns="0" anchor="ctr">
                      <a:noAutofit/>
                    </a:bodyPr>
                    <a:p>
                      <a:pPr>
                        <a:lnSpc>
                          <a:spcPct val="100000"/>
                        </a:lnSpc>
                      </a:pPr>
                      <a:r>
                        <a:rPr b="0" lang="de-DE" sz="1300" spc="-1" strike="noStrike">
                          <a:solidFill>
                            <a:srgbClr val="1a1a1a"/>
                          </a:solidFill>
                          <a:latin typeface="Arial"/>
                        </a:rPr>
                        <a:t>+0,9 %</a:t>
                      </a:r>
                      <a:endParaRPr b="0" lang="de-DE" sz="1300" spc="-1" strike="noStrike">
                        <a:latin typeface="Arial"/>
                      </a:endParaRPr>
                    </a:p>
                  </a:txBody>
                  <a:tcPr marL="73080" marR="73080">
                    <a:lnL w="9360">
                      <a:solidFill>
                        <a:srgbClr val="d5dcd8"/>
                      </a:solidFill>
                    </a:lnL>
                    <a:lnR w="9360">
                      <a:solidFill>
                        <a:srgbClr val="d5dcd8"/>
                      </a:solidFill>
                    </a:lnR>
                    <a:lnT w="9360">
                      <a:solidFill>
                        <a:srgbClr val="d5dcd8"/>
                      </a:solidFill>
                    </a:lnT>
                    <a:lnB w="9360">
                      <a:solidFill>
                        <a:srgbClr val="d5dcd8"/>
                      </a:solidFill>
                    </a:lnB>
                    <a:solidFill>
                      <a:srgbClr val="ffffff"/>
                    </a:solidFill>
                  </a:tcPr>
                </a:tc>
              </a:tr>
              <a:tr h="475200">
                <a:tc>
                  <a:txBody>
                    <a:bodyPr lIns="73080" rIns="73080" tIns="0" bIns="0" anchor="ctr">
                      <a:noAutofit/>
                    </a:bodyPr>
                    <a:p>
                      <a:pPr>
                        <a:lnSpc>
                          <a:spcPct val="100000"/>
                        </a:lnSpc>
                      </a:pPr>
                      <a:r>
                        <a:rPr b="0" lang="de-DE" sz="1300" spc="-1" strike="noStrike">
                          <a:solidFill>
                            <a:srgbClr val="1a1a1a"/>
                          </a:solidFill>
                          <a:latin typeface="Arial"/>
                        </a:rPr>
                        <a:t>Frequenz</a:t>
                      </a:r>
                      <a:endParaRPr b="0" lang="de-DE" sz="1300" spc="-1" strike="noStrike">
                        <a:latin typeface="Arial"/>
                      </a:endParaRPr>
                    </a:p>
                  </a:txBody>
                  <a:tcPr marL="73080" marR="73080">
                    <a:lnL w="9360">
                      <a:solidFill>
                        <a:srgbClr val="d5dcd8"/>
                      </a:solidFill>
                    </a:lnL>
                    <a:lnR w="9360">
                      <a:solidFill>
                        <a:srgbClr val="d5dcd8"/>
                      </a:solidFill>
                    </a:lnR>
                    <a:lnT w="9360">
                      <a:solidFill>
                        <a:srgbClr val="d5dcd8"/>
                      </a:solidFill>
                    </a:lnT>
                    <a:lnB w="9360">
                      <a:solidFill>
                        <a:srgbClr val="d5dcd8"/>
                      </a:solidFill>
                    </a:lnB>
                    <a:solidFill>
                      <a:srgbClr val="ffffff"/>
                    </a:solidFill>
                  </a:tcPr>
                </a:tc>
                <a:tc>
                  <a:txBody>
                    <a:bodyPr lIns="73080" rIns="73080" tIns="0" bIns="0" anchor="ctr">
                      <a:noAutofit/>
                    </a:bodyPr>
                    <a:p>
                      <a:pPr>
                        <a:lnSpc>
                          <a:spcPct val="100000"/>
                        </a:lnSpc>
                      </a:pPr>
                      <a:r>
                        <a:rPr b="0" lang="de-DE" sz="1300" spc="-1" strike="noStrike">
                          <a:solidFill>
                            <a:srgbClr val="1a1a1a"/>
                          </a:solidFill>
                          <a:latin typeface="Arial"/>
                        </a:rPr>
                        <a:t>50,072 Hz (Oszilloskop)</a:t>
                      </a:r>
                      <a:endParaRPr b="0" lang="de-DE" sz="1300" spc="-1" strike="noStrike">
                        <a:latin typeface="Arial"/>
                      </a:endParaRPr>
                    </a:p>
                  </a:txBody>
                  <a:tcPr marL="73080" marR="73080">
                    <a:lnL w="9360">
                      <a:solidFill>
                        <a:srgbClr val="d5dcd8"/>
                      </a:solidFill>
                    </a:lnL>
                    <a:lnR w="9360">
                      <a:solidFill>
                        <a:srgbClr val="d5dcd8"/>
                      </a:solidFill>
                    </a:lnR>
                    <a:lnT w="9360">
                      <a:solidFill>
                        <a:srgbClr val="d5dcd8"/>
                      </a:solidFill>
                    </a:lnT>
                    <a:lnB w="9360">
                      <a:solidFill>
                        <a:srgbClr val="d5dcd8"/>
                      </a:solidFill>
                    </a:lnB>
                    <a:solidFill>
                      <a:srgbClr val="ffffff"/>
                    </a:solidFill>
                  </a:tcPr>
                </a:tc>
                <a:tc>
                  <a:txBody>
                    <a:bodyPr lIns="73080" rIns="73080" tIns="0" bIns="0" anchor="ctr">
                      <a:noAutofit/>
                    </a:bodyPr>
                    <a:p>
                      <a:pPr>
                        <a:lnSpc>
                          <a:spcPct val="100000"/>
                        </a:lnSpc>
                      </a:pPr>
                      <a:r>
                        <a:rPr b="0" lang="de-DE" sz="1300" spc="-1" strike="noStrike">
                          <a:solidFill>
                            <a:srgbClr val="1a1a1a"/>
                          </a:solidFill>
                          <a:latin typeface="Arial"/>
                        </a:rPr>
                        <a:t>50,26 Hz</a:t>
                      </a:r>
                      <a:endParaRPr b="0" lang="de-DE" sz="1300" spc="-1" strike="noStrike">
                        <a:latin typeface="Arial"/>
                      </a:endParaRPr>
                    </a:p>
                  </a:txBody>
                  <a:tcPr marL="73080" marR="73080">
                    <a:lnL w="9360">
                      <a:solidFill>
                        <a:srgbClr val="d5dcd8"/>
                      </a:solidFill>
                    </a:lnL>
                    <a:lnR w="9360">
                      <a:solidFill>
                        <a:srgbClr val="d5dcd8"/>
                      </a:solidFill>
                    </a:lnR>
                    <a:lnT w="9360">
                      <a:solidFill>
                        <a:srgbClr val="d5dcd8"/>
                      </a:solidFill>
                    </a:lnT>
                    <a:lnB w="9360">
                      <a:solidFill>
                        <a:srgbClr val="d5dcd8"/>
                      </a:solidFill>
                    </a:lnB>
                    <a:solidFill>
                      <a:srgbClr val="ffffff"/>
                    </a:solidFill>
                  </a:tcPr>
                </a:tc>
                <a:tc>
                  <a:txBody>
                    <a:bodyPr lIns="73080" rIns="73080" tIns="0" bIns="0" anchor="ctr">
                      <a:noAutofit/>
                    </a:bodyPr>
                    <a:p>
                      <a:pPr>
                        <a:lnSpc>
                          <a:spcPct val="100000"/>
                        </a:lnSpc>
                      </a:pPr>
                      <a:r>
                        <a:rPr b="0" lang="de-DE" sz="1300" spc="-1" strike="noStrike">
                          <a:solidFill>
                            <a:srgbClr val="1a1a1a"/>
                          </a:solidFill>
                          <a:latin typeface="Arial"/>
                        </a:rPr>
                        <a:t>+0,4 %</a:t>
                      </a:r>
                      <a:endParaRPr b="0" lang="de-DE" sz="1300" spc="-1" strike="noStrike">
                        <a:latin typeface="Arial"/>
                      </a:endParaRPr>
                    </a:p>
                  </a:txBody>
                  <a:tcPr marL="73080" marR="73080">
                    <a:lnL w="9360">
                      <a:solidFill>
                        <a:srgbClr val="d5dcd8"/>
                      </a:solidFill>
                    </a:lnL>
                    <a:lnR w="9360">
                      <a:solidFill>
                        <a:srgbClr val="d5dcd8"/>
                      </a:solidFill>
                    </a:lnR>
                    <a:lnT w="9360">
                      <a:solidFill>
                        <a:srgbClr val="d5dcd8"/>
                      </a:solidFill>
                    </a:lnT>
                    <a:lnB w="9360">
                      <a:solidFill>
                        <a:srgbClr val="d5dcd8"/>
                      </a:solidFill>
                    </a:lnB>
                    <a:solidFill>
                      <a:srgbClr val="ffffff"/>
                    </a:solidFill>
                  </a:tcPr>
                </a:tc>
              </a:tr>
              <a:tr h="475920">
                <a:tc>
                  <a:txBody>
                    <a:bodyPr lIns="73080" rIns="73080" tIns="0" bIns="0" anchor="ctr">
                      <a:noAutofit/>
                    </a:bodyPr>
                    <a:p>
                      <a:pPr>
                        <a:lnSpc>
                          <a:spcPct val="100000"/>
                        </a:lnSpc>
                      </a:pPr>
                      <a:r>
                        <a:rPr b="0" lang="de-DE" sz="1300" spc="-1" strike="noStrike">
                          <a:solidFill>
                            <a:srgbClr val="1a1a1a"/>
                          </a:solidFill>
                          <a:latin typeface="Arial"/>
                        </a:rPr>
                        <a:t>Strom (eff.)</a:t>
                      </a:r>
                      <a:endParaRPr b="0" lang="de-DE" sz="1300" spc="-1" strike="noStrike">
                        <a:latin typeface="Arial"/>
                      </a:endParaRPr>
                    </a:p>
                  </a:txBody>
                  <a:tcPr marL="73080" marR="73080">
                    <a:lnL w="9360">
                      <a:solidFill>
                        <a:srgbClr val="d5dcd8"/>
                      </a:solidFill>
                    </a:lnL>
                    <a:lnR w="9360">
                      <a:solidFill>
                        <a:srgbClr val="d5dcd8"/>
                      </a:solidFill>
                    </a:lnR>
                    <a:lnT w="9360">
                      <a:solidFill>
                        <a:srgbClr val="d5dcd8"/>
                      </a:solidFill>
                    </a:lnT>
                    <a:lnB w="9360">
                      <a:solidFill>
                        <a:srgbClr val="d5dcd8"/>
                      </a:solidFill>
                    </a:lnB>
                    <a:solidFill>
                      <a:srgbClr val="ffffff"/>
                    </a:solidFill>
                  </a:tcPr>
                </a:tc>
                <a:tc>
                  <a:txBody>
                    <a:bodyPr lIns="73080" rIns="73080" tIns="0" bIns="0" anchor="ctr">
                      <a:noAutofit/>
                    </a:bodyPr>
                    <a:p>
                      <a:pPr>
                        <a:lnSpc>
                          <a:spcPct val="100000"/>
                        </a:lnSpc>
                      </a:pPr>
                      <a:r>
                        <a:rPr b="0" lang="de-DE" sz="1300" spc="-1" strike="noStrike">
                          <a:solidFill>
                            <a:srgbClr val="1a1a1a"/>
                          </a:solidFill>
                          <a:latin typeface="Arial"/>
                        </a:rPr>
                        <a:t>0,100 A (Nennwert Lampe)</a:t>
                      </a:r>
                      <a:endParaRPr b="0" lang="de-DE" sz="1300" spc="-1" strike="noStrike">
                        <a:latin typeface="Arial"/>
                      </a:endParaRPr>
                    </a:p>
                  </a:txBody>
                  <a:tcPr marL="73080" marR="73080">
                    <a:lnL w="9360">
                      <a:solidFill>
                        <a:srgbClr val="d5dcd8"/>
                      </a:solidFill>
                    </a:lnL>
                    <a:lnR w="9360">
                      <a:solidFill>
                        <a:srgbClr val="d5dcd8"/>
                      </a:solidFill>
                    </a:lnR>
                    <a:lnT w="9360">
                      <a:solidFill>
                        <a:srgbClr val="d5dcd8"/>
                      </a:solidFill>
                    </a:lnT>
                    <a:lnB w="9360">
                      <a:solidFill>
                        <a:srgbClr val="d5dcd8"/>
                      </a:solidFill>
                    </a:lnB>
                    <a:solidFill>
                      <a:srgbClr val="ffffff"/>
                    </a:solidFill>
                  </a:tcPr>
                </a:tc>
                <a:tc>
                  <a:txBody>
                    <a:bodyPr lIns="73080" rIns="73080" tIns="0" bIns="0" anchor="ctr">
                      <a:noAutofit/>
                    </a:bodyPr>
                    <a:p>
                      <a:pPr>
                        <a:lnSpc>
                          <a:spcPct val="100000"/>
                        </a:lnSpc>
                      </a:pPr>
                      <a:r>
                        <a:rPr b="0" lang="de-DE" sz="1300" spc="-1" strike="noStrike">
                          <a:solidFill>
                            <a:srgbClr val="1a1a1a"/>
                          </a:solidFill>
                          <a:latin typeface="Arial"/>
                        </a:rPr>
                        <a:t>0,1005 A</a:t>
                      </a:r>
                      <a:endParaRPr b="0" lang="de-DE" sz="1300" spc="-1" strike="noStrike">
                        <a:latin typeface="Arial"/>
                      </a:endParaRPr>
                    </a:p>
                  </a:txBody>
                  <a:tcPr marL="73080" marR="73080">
                    <a:lnL w="9360">
                      <a:solidFill>
                        <a:srgbClr val="d5dcd8"/>
                      </a:solidFill>
                    </a:lnL>
                    <a:lnR w="9360">
                      <a:solidFill>
                        <a:srgbClr val="d5dcd8"/>
                      </a:solidFill>
                    </a:lnR>
                    <a:lnT w="9360">
                      <a:solidFill>
                        <a:srgbClr val="d5dcd8"/>
                      </a:solidFill>
                    </a:lnT>
                    <a:lnB w="9360">
                      <a:solidFill>
                        <a:srgbClr val="d5dcd8"/>
                      </a:solidFill>
                    </a:lnB>
                    <a:solidFill>
                      <a:srgbClr val="ffffff"/>
                    </a:solidFill>
                  </a:tcPr>
                </a:tc>
                <a:tc>
                  <a:txBody>
                    <a:bodyPr lIns="73080" rIns="73080" tIns="0" bIns="0" anchor="ctr">
                      <a:noAutofit/>
                    </a:bodyPr>
                    <a:p>
                      <a:pPr>
                        <a:lnSpc>
                          <a:spcPct val="100000"/>
                        </a:lnSpc>
                      </a:pPr>
                      <a:r>
                        <a:rPr b="0" lang="de-DE" sz="1300" spc="-1" strike="noStrike">
                          <a:solidFill>
                            <a:srgbClr val="1a1a1a"/>
                          </a:solidFill>
                          <a:latin typeface="Arial"/>
                        </a:rPr>
                        <a:t>+0,5 %</a:t>
                      </a:r>
                      <a:endParaRPr b="0" lang="de-DE" sz="1300" spc="-1" strike="noStrike">
                        <a:latin typeface="Arial"/>
                      </a:endParaRPr>
                    </a:p>
                  </a:txBody>
                  <a:tcPr marL="73080" marR="73080">
                    <a:lnL w="9360">
                      <a:solidFill>
                        <a:srgbClr val="d5dcd8"/>
                      </a:solidFill>
                    </a:lnL>
                    <a:lnR w="9360">
                      <a:solidFill>
                        <a:srgbClr val="d5dcd8"/>
                      </a:solidFill>
                    </a:lnR>
                    <a:lnT w="9360">
                      <a:solidFill>
                        <a:srgbClr val="d5dcd8"/>
                      </a:solidFill>
                    </a:lnT>
                    <a:lnB w="9360">
                      <a:solidFill>
                        <a:srgbClr val="d5dcd8"/>
                      </a:solidFill>
                    </a:lnB>
                    <a:solidFill>
                      <a:srgbClr val="ffffff"/>
                    </a:solidFill>
                  </a:tcPr>
                </a:tc>
              </a:tr>
            </a:tbl>
          </a:graphicData>
        </a:graphic>
      </p:graphicFrame>
      <p:sp>
        <p:nvSpPr>
          <p:cNvPr id="323" name="CustomShape 3"/>
          <p:cNvSpPr/>
          <p:nvPr/>
        </p:nvSpPr>
        <p:spPr>
          <a:xfrm>
            <a:off x="6400800" y="1371600"/>
            <a:ext cx="2285640" cy="1901520"/>
          </a:xfrm>
          <a:prstGeom prst="roundRect">
            <a:avLst>
              <a:gd name="adj" fmla="val 2885"/>
            </a:avLst>
          </a:prstGeom>
          <a:solidFill>
            <a:srgbClr val="eaf4da"/>
          </a:solidFill>
          <a:ln w="12600">
            <a:solidFill>
              <a:srgbClr val="80ba24"/>
            </a:solidFill>
            <a:round/>
          </a:ln>
        </p:spPr>
        <p:style>
          <a:lnRef idx="0"/>
          <a:fillRef idx="0"/>
          <a:effectRef idx="0"/>
          <a:fontRef idx="minor"/>
        </p:style>
      </p:sp>
      <p:sp>
        <p:nvSpPr>
          <p:cNvPr id="324" name="CustomShape 4"/>
          <p:cNvSpPr/>
          <p:nvPr/>
        </p:nvSpPr>
        <p:spPr>
          <a:xfrm>
            <a:off x="6400800" y="1554480"/>
            <a:ext cx="2285640" cy="776880"/>
          </a:xfrm>
          <a:prstGeom prst="rect">
            <a:avLst/>
          </a:prstGeom>
          <a:noFill/>
          <a:ln>
            <a:noFill/>
          </a:ln>
        </p:spPr>
        <p:style>
          <a:lnRef idx="0"/>
          <a:fillRef idx="0"/>
          <a:effectRef idx="0"/>
          <a:fontRef idx="minor"/>
        </p:style>
        <p:txBody>
          <a:bodyPr lIns="0" rIns="0" tIns="0" bIns="0" anchor="ctr">
            <a:noAutofit/>
          </a:bodyPr>
          <a:p>
            <a:pPr algn="ctr">
              <a:lnSpc>
                <a:spcPct val="100000"/>
              </a:lnSpc>
            </a:pPr>
            <a:r>
              <a:rPr b="1" lang="de-DE" sz="4000" spc="-1" strike="noStrike">
                <a:solidFill>
                  <a:srgbClr val="80ba24"/>
                </a:solidFill>
                <a:latin typeface="Arial"/>
              </a:rPr>
              <a:t>&lt; 1 %</a:t>
            </a:r>
            <a:endParaRPr b="0" lang="de-DE" sz="4000" spc="-1" strike="noStrike">
              <a:latin typeface="Arial"/>
            </a:endParaRPr>
          </a:p>
        </p:txBody>
      </p:sp>
      <p:sp>
        <p:nvSpPr>
          <p:cNvPr id="325" name="CustomShape 5"/>
          <p:cNvSpPr/>
          <p:nvPr/>
        </p:nvSpPr>
        <p:spPr>
          <a:xfrm>
            <a:off x="6537960" y="2377440"/>
            <a:ext cx="2011320" cy="685440"/>
          </a:xfrm>
          <a:prstGeom prst="rect">
            <a:avLst/>
          </a:prstGeom>
          <a:noFill/>
          <a:ln>
            <a:noFill/>
          </a:ln>
        </p:spPr>
        <p:style>
          <a:lnRef idx="0"/>
          <a:fillRef idx="0"/>
          <a:effectRef idx="0"/>
          <a:fontRef idx="minor"/>
        </p:style>
        <p:txBody>
          <a:bodyPr lIns="0" rIns="0" tIns="0" bIns="0">
            <a:noAutofit/>
          </a:bodyPr>
          <a:p>
            <a:pPr algn="ctr">
              <a:lnSpc>
                <a:spcPct val="100000"/>
              </a:lnSpc>
            </a:pPr>
            <a:r>
              <a:rPr b="0" lang="de-DE" sz="1300" spc="-1" strike="noStrike">
                <a:solidFill>
                  <a:srgbClr val="1a1a1a"/>
                </a:solidFill>
                <a:latin typeface="Arial"/>
              </a:rPr>
              <a:t>größte Abweichung zur Referenz</a:t>
            </a:r>
            <a:endParaRPr b="0" lang="de-DE" sz="1300" spc="-1" strike="noStrike">
              <a:latin typeface="Arial"/>
            </a:endParaRPr>
          </a:p>
        </p:txBody>
      </p:sp>
      <p:sp>
        <p:nvSpPr>
          <p:cNvPr id="326" name="CustomShape 6"/>
          <p:cNvSpPr/>
          <p:nvPr/>
        </p:nvSpPr>
        <p:spPr>
          <a:xfrm>
            <a:off x="457200" y="3566160"/>
            <a:ext cx="8229240" cy="731160"/>
          </a:xfrm>
          <a:prstGeom prst="rect">
            <a:avLst/>
          </a:prstGeom>
          <a:noFill/>
          <a:ln>
            <a:noFill/>
          </a:ln>
        </p:spPr>
        <p:style>
          <a:lnRef idx="0"/>
          <a:fillRef idx="0"/>
          <a:effectRef idx="0"/>
          <a:fontRef idx="minor"/>
        </p:style>
        <p:txBody>
          <a:bodyPr lIns="0" rIns="0" tIns="0" bIns="0">
            <a:noAutofit/>
          </a:bodyPr>
          <a:p>
            <a:pPr>
              <a:lnSpc>
                <a:spcPct val="100000"/>
              </a:lnSpc>
            </a:pPr>
            <a:r>
              <a:rPr b="0" lang="de-DE" sz="1300" spc="-1" strike="noStrike">
                <a:solidFill>
                  <a:srgbClr val="1a1a1a"/>
                </a:solidFill>
                <a:latin typeface="Arial"/>
              </a:rPr>
              <a:t>Die Frequenzabweichung passt zur Toleranz des internen Taktgebers (±1 %). Multimeter, Oszilloskop und STM32 liefern übereinstimmende Werte.</a:t>
            </a:r>
            <a:endParaRPr b="0" lang="de-DE" sz="1300" spc="-1" strike="noStrike">
              <a:latin typeface="Arial"/>
            </a:endParaRPr>
          </a:p>
        </p:txBody>
      </p:sp>
      <p:sp>
        <p:nvSpPr>
          <p:cNvPr id="327" name="TextShape 7"/>
          <p:cNvSpPr txBox="1"/>
          <p:nvPr/>
        </p:nvSpPr>
        <p:spPr>
          <a:xfrm>
            <a:off x="8321040" y="4869360"/>
            <a:ext cx="456840" cy="273960"/>
          </a:xfrm>
          <a:prstGeom prst="rect">
            <a:avLst/>
          </a:prstGeom>
          <a:noFill/>
          <a:ln>
            <a:noFill/>
          </a:ln>
        </p:spPr>
        <p:txBody>
          <a:bodyPr lIns="90000" rIns="90000" tIns="45000" bIns="45000" anchor="ctr">
            <a:noAutofit/>
          </a:bodyPr>
          <a:p>
            <a:pPr algn="r">
              <a:lnSpc>
                <a:spcPct val="100000"/>
              </a:lnSpc>
            </a:pPr>
            <a:fld id="{A8A9181A-C933-4879-A1AE-E9AAB33E1B70}" type="slidenum">
              <a:rPr b="0" lang="de-DE" sz="900" spc="-1" strike="noStrike">
                <a:solidFill>
                  <a:srgbClr val="ffffff"/>
                </a:solidFill>
                <a:latin typeface="Arial"/>
              </a:rPr>
              <a:t>1</a:t>
            </a:fld>
            <a:endParaRPr b="0" lang="de-DE" sz="900" spc="-1" strike="noStrike">
              <a:latin typeface="Times New Roman"/>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8" name="TextShape 1"/>
          <p:cNvSpPr txBox="1"/>
          <p:nvPr/>
        </p:nvSpPr>
        <p:spPr>
          <a:xfrm>
            <a:off x="457200" y="658440"/>
            <a:ext cx="8229240" cy="548280"/>
          </a:xfrm>
          <a:prstGeom prst="rect">
            <a:avLst/>
          </a:prstGeom>
          <a:noFill/>
          <a:ln>
            <a:noFill/>
          </a:ln>
        </p:spPr>
        <p:txBody>
          <a:bodyPr lIns="0" rIns="0" tIns="0" bIns="0" anchor="ctr">
            <a:noAutofit/>
          </a:bodyPr>
          <a:p>
            <a:pPr>
              <a:lnSpc>
                <a:spcPct val="100000"/>
              </a:lnSpc>
            </a:pPr>
            <a:r>
              <a:rPr b="1" lang="de-DE" sz="2400" spc="-1" strike="noStrike">
                <a:solidFill>
                  <a:srgbClr val="1a1a1a"/>
                </a:solidFill>
                <a:latin typeface="Arial"/>
              </a:rPr>
              <a:t>Bewertung Projektphase</a:t>
            </a:r>
            <a:endParaRPr b="0" lang="de-DE" sz="2400" spc="-1" strike="noStrike">
              <a:solidFill>
                <a:srgbClr val="1a1a1a"/>
              </a:solidFill>
              <a:latin typeface="Arial"/>
            </a:endParaRPr>
          </a:p>
        </p:txBody>
      </p:sp>
      <p:sp>
        <p:nvSpPr>
          <p:cNvPr id="329" name="CustomShape 2"/>
          <p:cNvSpPr/>
          <p:nvPr/>
        </p:nvSpPr>
        <p:spPr>
          <a:xfrm>
            <a:off x="457200" y="1325880"/>
            <a:ext cx="2559960" cy="3291480"/>
          </a:xfrm>
          <a:prstGeom prst="roundRect">
            <a:avLst>
              <a:gd name="adj" fmla="val 2143"/>
            </a:avLst>
          </a:prstGeom>
          <a:solidFill>
            <a:srgbClr val="eff2f0"/>
          </a:solidFill>
          <a:ln w="12600">
            <a:solidFill>
              <a:srgbClr val="eff2f0"/>
            </a:solidFill>
            <a:round/>
          </a:ln>
        </p:spPr>
        <p:style>
          <a:lnRef idx="0"/>
          <a:fillRef idx="0"/>
          <a:effectRef idx="0"/>
          <a:fontRef idx="minor"/>
        </p:style>
      </p:sp>
      <p:sp>
        <p:nvSpPr>
          <p:cNvPr id="330" name="CustomShape 3"/>
          <p:cNvSpPr/>
          <p:nvPr/>
        </p:nvSpPr>
        <p:spPr>
          <a:xfrm>
            <a:off x="640080" y="1463040"/>
            <a:ext cx="594000" cy="594000"/>
          </a:xfrm>
          <a:prstGeom prst="ellipse">
            <a:avLst/>
          </a:prstGeom>
          <a:solidFill>
            <a:schemeClr val="accent1"/>
          </a:solidFill>
          <a:ln w="12600">
            <a:solidFill>
              <a:schemeClr val="accent1"/>
            </a:solidFill>
            <a:round/>
          </a:ln>
        </p:spPr>
        <p:style>
          <a:lnRef idx="0"/>
          <a:fillRef idx="0"/>
          <a:effectRef idx="0"/>
          <a:fontRef idx="minor"/>
        </p:style>
      </p:sp>
      <p:pic>
        <p:nvPicPr>
          <p:cNvPr id="331" name="Bewertung 1 Symbol" descr=""/>
          <p:cNvPicPr/>
          <p:nvPr/>
        </p:nvPicPr>
        <p:blipFill>
          <a:blip r:embed="rId1"/>
          <a:stretch/>
        </p:blipFill>
        <p:spPr>
          <a:xfrm>
            <a:off x="788760" y="1611720"/>
            <a:ext cx="297000" cy="297000"/>
          </a:xfrm>
          <a:prstGeom prst="rect">
            <a:avLst/>
          </a:prstGeom>
          <a:ln>
            <a:noFill/>
          </a:ln>
        </p:spPr>
      </p:pic>
      <p:sp>
        <p:nvSpPr>
          <p:cNvPr id="332" name="CustomShape 4"/>
          <p:cNvSpPr/>
          <p:nvPr/>
        </p:nvSpPr>
        <p:spPr>
          <a:xfrm>
            <a:off x="1371600" y="1527120"/>
            <a:ext cx="1554120" cy="456840"/>
          </a:xfrm>
          <a:prstGeom prst="rect">
            <a:avLst/>
          </a:prstGeom>
          <a:noFill/>
          <a:ln>
            <a:noFill/>
          </a:ln>
        </p:spPr>
        <p:style>
          <a:lnRef idx="0"/>
          <a:fillRef idx="0"/>
          <a:effectRef idx="0"/>
          <a:fontRef idx="minor"/>
        </p:style>
        <p:txBody>
          <a:bodyPr lIns="0" rIns="0" tIns="0" bIns="0" anchor="ctr">
            <a:noAutofit/>
          </a:bodyPr>
          <a:p>
            <a:pPr>
              <a:lnSpc>
                <a:spcPct val="100000"/>
              </a:lnSpc>
            </a:pPr>
            <a:r>
              <a:rPr b="1" lang="de-DE" sz="1500" spc="-1" strike="noStrike">
                <a:solidFill>
                  <a:srgbClr val="1a1a1a"/>
                </a:solidFill>
                <a:latin typeface="Arial"/>
              </a:rPr>
              <a:t>Erreicht</a:t>
            </a:r>
            <a:endParaRPr b="0" lang="de-DE" sz="1500" spc="-1" strike="noStrike">
              <a:latin typeface="Arial"/>
            </a:endParaRPr>
          </a:p>
        </p:txBody>
      </p:sp>
      <p:sp>
        <p:nvSpPr>
          <p:cNvPr id="333" name="CustomShape 5"/>
          <p:cNvSpPr/>
          <p:nvPr/>
        </p:nvSpPr>
        <p:spPr>
          <a:xfrm>
            <a:off x="640080" y="2240280"/>
            <a:ext cx="2239920" cy="2285640"/>
          </a:xfrm>
          <a:prstGeom prst="rect">
            <a:avLst/>
          </a:prstGeom>
          <a:noFill/>
          <a:ln>
            <a:noFill/>
          </a:ln>
        </p:spPr>
        <p:style>
          <a:lnRef idx="0"/>
          <a:fillRef idx="0"/>
          <a:effectRef idx="0"/>
          <a:fontRef idx="minor"/>
        </p:style>
        <p:txBody>
          <a:bodyPr lIns="0" rIns="0" tIns="0" bIns="0">
            <a:noAutofit/>
          </a:bodyPr>
          <a:p>
            <a:pPr marL="177840" indent="-177480">
              <a:lnSpc>
                <a:spcPct val="100000"/>
              </a:lnSpc>
              <a:spcAft>
                <a:spcPts val="499"/>
              </a:spcAft>
              <a:buClr>
                <a:srgbClr val="1a1a1a"/>
              </a:buClr>
              <a:buFont typeface="Symbol" charset="2"/>
              <a:buChar char=""/>
            </a:pPr>
            <a:r>
              <a:rPr b="0" lang="de-DE" sz="1300" spc="-1" strike="noStrike">
                <a:solidFill>
                  <a:srgbClr val="1a1a1a"/>
                </a:solidFill>
                <a:latin typeface="Arial"/>
              </a:rPr>
              <a:t>Sinus: 11,8 V, 50 Hz</a:t>
            </a:r>
            <a:endParaRPr b="0" lang="de-DE" sz="1300" spc="-1" strike="noStrike">
              <a:latin typeface="Arial"/>
            </a:endParaRPr>
          </a:p>
          <a:p>
            <a:pPr marL="177840" indent="-177480">
              <a:lnSpc>
                <a:spcPct val="100000"/>
              </a:lnSpc>
              <a:spcAft>
                <a:spcPts val="499"/>
              </a:spcAft>
              <a:buClr>
                <a:srgbClr val="1a1a1a"/>
              </a:buClr>
              <a:buFont typeface="Symbol" charset="2"/>
              <a:buChar char=""/>
            </a:pPr>
            <a:r>
              <a:rPr b="0" lang="de-DE" sz="1300" spc="-1" strike="noStrike">
                <a:solidFill>
                  <a:srgbClr val="1a1a1a"/>
                </a:solidFill>
                <a:latin typeface="Arial"/>
              </a:rPr>
              <a:t>Lampe erhält ihre Nennleistung</a:t>
            </a:r>
            <a:endParaRPr b="0" lang="de-DE" sz="1300" spc="-1" strike="noStrike">
              <a:latin typeface="Arial"/>
            </a:endParaRPr>
          </a:p>
          <a:p>
            <a:pPr marL="177840" indent="-177480">
              <a:lnSpc>
                <a:spcPct val="100000"/>
              </a:lnSpc>
              <a:spcAft>
                <a:spcPts val="499"/>
              </a:spcAft>
              <a:buClr>
                <a:srgbClr val="1a1a1a"/>
              </a:buClr>
              <a:buFont typeface="Symbol" charset="2"/>
              <a:buChar char=""/>
            </a:pPr>
            <a:r>
              <a:rPr b="0" lang="de-DE" sz="1300" spc="-1" strike="noStrike">
                <a:solidFill>
                  <a:srgbClr val="1a1a1a"/>
                </a:solidFill>
                <a:latin typeface="Arial"/>
              </a:rPr>
              <a:t>Messung mit unter 1 % Abweichung</a:t>
            </a:r>
            <a:endParaRPr b="0" lang="de-DE" sz="1300" spc="-1" strike="noStrike">
              <a:latin typeface="Arial"/>
            </a:endParaRPr>
          </a:p>
          <a:p>
            <a:pPr marL="177840" indent="-177480">
              <a:lnSpc>
                <a:spcPct val="100000"/>
              </a:lnSpc>
              <a:spcAft>
                <a:spcPts val="499"/>
              </a:spcAft>
              <a:buClr>
                <a:srgbClr val="1a1a1a"/>
              </a:buClr>
              <a:buFont typeface="Symbol" charset="2"/>
              <a:buChar char=""/>
            </a:pPr>
            <a:r>
              <a:rPr b="0" lang="de-DE" sz="1300" spc="-1" strike="noStrike">
                <a:solidFill>
                  <a:srgbClr val="1a1a1a"/>
                </a:solidFill>
                <a:latin typeface="Arial"/>
              </a:rPr>
              <a:t>Analyse von Schlatungen </a:t>
            </a:r>
            <a:endParaRPr b="0" lang="de-DE" sz="1300" spc="-1" strike="noStrike">
              <a:latin typeface="Arial"/>
            </a:endParaRPr>
          </a:p>
          <a:p>
            <a:pPr marL="177840" indent="-177480">
              <a:lnSpc>
                <a:spcPct val="100000"/>
              </a:lnSpc>
              <a:spcAft>
                <a:spcPts val="499"/>
              </a:spcAft>
              <a:buClr>
                <a:srgbClr val="1a1a1a"/>
              </a:buClr>
              <a:buFont typeface="Symbol" charset="2"/>
              <a:buChar char=""/>
            </a:pPr>
            <a:endParaRPr b="0" lang="de-DE" sz="1300" spc="-1" strike="noStrike">
              <a:latin typeface="Arial"/>
            </a:endParaRPr>
          </a:p>
        </p:txBody>
      </p:sp>
      <p:sp>
        <p:nvSpPr>
          <p:cNvPr id="334" name="CustomShape 6"/>
          <p:cNvSpPr/>
          <p:nvPr/>
        </p:nvSpPr>
        <p:spPr>
          <a:xfrm>
            <a:off x="3291840" y="1325880"/>
            <a:ext cx="2559960" cy="3291480"/>
          </a:xfrm>
          <a:prstGeom prst="roundRect">
            <a:avLst>
              <a:gd name="adj" fmla="val 2143"/>
            </a:avLst>
          </a:prstGeom>
          <a:solidFill>
            <a:srgbClr val="eff2f0"/>
          </a:solidFill>
          <a:ln w="12600">
            <a:solidFill>
              <a:srgbClr val="eff2f0"/>
            </a:solidFill>
            <a:round/>
          </a:ln>
        </p:spPr>
        <p:style>
          <a:lnRef idx="0"/>
          <a:fillRef idx="0"/>
          <a:effectRef idx="0"/>
          <a:fontRef idx="minor"/>
        </p:style>
      </p:sp>
      <p:sp>
        <p:nvSpPr>
          <p:cNvPr id="335" name="CustomShape 7"/>
          <p:cNvSpPr/>
          <p:nvPr/>
        </p:nvSpPr>
        <p:spPr>
          <a:xfrm>
            <a:off x="3474720" y="1463040"/>
            <a:ext cx="594000" cy="594000"/>
          </a:xfrm>
          <a:prstGeom prst="ellipse">
            <a:avLst/>
          </a:prstGeom>
          <a:solidFill>
            <a:srgbClr val="000000"/>
          </a:solidFill>
          <a:ln w="12600">
            <a:solidFill>
              <a:srgbClr val="000000"/>
            </a:solidFill>
            <a:round/>
          </a:ln>
        </p:spPr>
        <p:style>
          <a:lnRef idx="0"/>
          <a:fillRef idx="0"/>
          <a:effectRef idx="0"/>
          <a:fontRef idx="minor"/>
        </p:style>
      </p:sp>
      <p:pic>
        <p:nvPicPr>
          <p:cNvPr id="336" name="Bewertung 2 Symbol" descr=""/>
          <p:cNvPicPr/>
          <p:nvPr/>
        </p:nvPicPr>
        <p:blipFill>
          <a:blip r:embed="rId2"/>
          <a:stretch/>
        </p:blipFill>
        <p:spPr>
          <a:xfrm>
            <a:off x="3623400" y="1611720"/>
            <a:ext cx="297000" cy="297000"/>
          </a:xfrm>
          <a:prstGeom prst="rect">
            <a:avLst/>
          </a:prstGeom>
          <a:ln>
            <a:noFill/>
          </a:ln>
        </p:spPr>
      </p:pic>
      <p:sp>
        <p:nvSpPr>
          <p:cNvPr id="337" name="CustomShape 8"/>
          <p:cNvSpPr/>
          <p:nvPr/>
        </p:nvSpPr>
        <p:spPr>
          <a:xfrm>
            <a:off x="4206240" y="1527120"/>
            <a:ext cx="1554120" cy="456840"/>
          </a:xfrm>
          <a:prstGeom prst="rect">
            <a:avLst/>
          </a:prstGeom>
          <a:noFill/>
          <a:ln>
            <a:noFill/>
          </a:ln>
        </p:spPr>
        <p:style>
          <a:lnRef idx="0"/>
          <a:fillRef idx="0"/>
          <a:effectRef idx="0"/>
          <a:fontRef idx="minor"/>
        </p:style>
        <p:txBody>
          <a:bodyPr lIns="0" rIns="0" tIns="0" bIns="0" anchor="ctr">
            <a:noAutofit/>
          </a:bodyPr>
          <a:p>
            <a:pPr>
              <a:lnSpc>
                <a:spcPct val="100000"/>
              </a:lnSpc>
            </a:pPr>
            <a:r>
              <a:rPr b="1" lang="de-DE" sz="1500" spc="-1" strike="noStrike">
                <a:solidFill>
                  <a:srgbClr val="1a1a1a"/>
                </a:solidFill>
                <a:latin typeface="Arial"/>
              </a:rPr>
              <a:t>Gelöste Probleme</a:t>
            </a:r>
            <a:endParaRPr b="0" lang="de-DE" sz="1500" spc="-1" strike="noStrike">
              <a:latin typeface="Arial"/>
            </a:endParaRPr>
          </a:p>
        </p:txBody>
      </p:sp>
      <p:sp>
        <p:nvSpPr>
          <p:cNvPr id="338" name="CustomShape 9"/>
          <p:cNvSpPr/>
          <p:nvPr/>
        </p:nvSpPr>
        <p:spPr>
          <a:xfrm>
            <a:off x="3474720" y="2240280"/>
            <a:ext cx="2239920" cy="2285640"/>
          </a:xfrm>
          <a:prstGeom prst="rect">
            <a:avLst/>
          </a:prstGeom>
          <a:noFill/>
          <a:ln>
            <a:noFill/>
          </a:ln>
        </p:spPr>
        <p:style>
          <a:lnRef idx="0"/>
          <a:fillRef idx="0"/>
          <a:effectRef idx="0"/>
          <a:fontRef idx="minor"/>
        </p:style>
        <p:txBody>
          <a:bodyPr lIns="0" rIns="0" tIns="0" bIns="0">
            <a:noAutofit/>
          </a:bodyPr>
          <a:p>
            <a:pPr marL="177840" indent="-177480">
              <a:lnSpc>
                <a:spcPct val="100000"/>
              </a:lnSpc>
              <a:spcAft>
                <a:spcPts val="499"/>
              </a:spcAft>
              <a:buClr>
                <a:srgbClr val="1a1a1a"/>
              </a:buClr>
              <a:buFont typeface="Symbol" charset="2"/>
              <a:buChar char=""/>
            </a:pPr>
            <a:r>
              <a:rPr b="0" lang="de-DE" sz="1300" spc="-1" strike="noStrike">
                <a:solidFill>
                  <a:srgbClr val="1a1a1a"/>
                </a:solidFill>
                <a:latin typeface="Arial"/>
              </a:rPr>
              <a:t>Falsche ADC-Referenz (3,0 statt 3,3 V)</a:t>
            </a:r>
            <a:endParaRPr b="0" lang="de-DE" sz="1300" spc="-1" strike="noStrike">
              <a:latin typeface="Arial"/>
            </a:endParaRPr>
          </a:p>
          <a:p>
            <a:pPr marL="177840" indent="-177480">
              <a:lnSpc>
                <a:spcPct val="100000"/>
              </a:lnSpc>
              <a:spcAft>
                <a:spcPts val="499"/>
              </a:spcAft>
              <a:buClr>
                <a:srgbClr val="1a1a1a"/>
              </a:buClr>
              <a:buFont typeface="Symbol" charset="2"/>
              <a:buChar char=""/>
            </a:pPr>
            <a:r>
              <a:rPr b="0" lang="de-DE" sz="1300" spc="-1" strike="noStrike">
                <a:solidFill>
                  <a:srgbClr val="1a1a1a"/>
                </a:solidFill>
                <a:latin typeface="Arial"/>
              </a:rPr>
              <a:t>Rauschen bei kleinen Strömen</a:t>
            </a:r>
            <a:endParaRPr b="0" lang="de-DE" sz="1300" spc="-1" strike="noStrike">
              <a:latin typeface="Arial"/>
            </a:endParaRPr>
          </a:p>
          <a:p>
            <a:pPr marL="177840" indent="-177480">
              <a:lnSpc>
                <a:spcPct val="100000"/>
              </a:lnSpc>
              <a:spcAft>
                <a:spcPts val="499"/>
              </a:spcAft>
              <a:buClr>
                <a:srgbClr val="1a1a1a"/>
              </a:buClr>
              <a:buFont typeface="Symbol" charset="2"/>
              <a:buChar char=""/>
            </a:pPr>
            <a:r>
              <a:rPr b="0" lang="de-DE" sz="1300" spc="-1" strike="noStrike">
                <a:solidFill>
                  <a:srgbClr val="1a1a1a"/>
                </a:solidFill>
                <a:latin typeface="Arial"/>
              </a:rPr>
              <a:t>Zu schwacher Ausgangsfilter</a:t>
            </a:r>
            <a:endParaRPr b="0" lang="de-DE" sz="1300" spc="-1" strike="noStrike">
              <a:latin typeface="Arial"/>
            </a:endParaRPr>
          </a:p>
          <a:p>
            <a:pPr marL="177840" indent="-177480">
              <a:lnSpc>
                <a:spcPct val="100000"/>
              </a:lnSpc>
              <a:spcAft>
                <a:spcPts val="499"/>
              </a:spcAft>
              <a:buClr>
                <a:srgbClr val="1a1a1a"/>
              </a:buClr>
              <a:buFont typeface="Symbol" charset="2"/>
              <a:buChar char=""/>
            </a:pPr>
            <a:r>
              <a:rPr b="0" lang="de-DE" sz="1300" spc="-1" strike="noStrike">
                <a:solidFill>
                  <a:srgbClr val="1a1a1a"/>
                </a:solidFill>
                <a:latin typeface="Arial"/>
              </a:rPr>
              <a:t>Fehlmessung der Frequenz</a:t>
            </a:r>
            <a:endParaRPr b="0" lang="de-DE" sz="1300" spc="-1" strike="noStrike">
              <a:latin typeface="Arial"/>
            </a:endParaRPr>
          </a:p>
        </p:txBody>
      </p:sp>
      <p:sp>
        <p:nvSpPr>
          <p:cNvPr id="339" name="CustomShape 10"/>
          <p:cNvSpPr/>
          <p:nvPr/>
        </p:nvSpPr>
        <p:spPr>
          <a:xfrm>
            <a:off x="6126480" y="1325880"/>
            <a:ext cx="2559960" cy="3291480"/>
          </a:xfrm>
          <a:prstGeom prst="roundRect">
            <a:avLst>
              <a:gd name="adj" fmla="val 2143"/>
            </a:avLst>
          </a:prstGeom>
          <a:solidFill>
            <a:srgbClr val="eff2f0"/>
          </a:solidFill>
          <a:ln w="12600">
            <a:solidFill>
              <a:srgbClr val="eff2f0"/>
            </a:solidFill>
            <a:round/>
          </a:ln>
        </p:spPr>
        <p:style>
          <a:lnRef idx="0"/>
          <a:fillRef idx="0"/>
          <a:effectRef idx="0"/>
          <a:fontRef idx="minor"/>
        </p:style>
      </p:sp>
      <p:sp>
        <p:nvSpPr>
          <p:cNvPr id="340" name="CustomShape 11"/>
          <p:cNvSpPr/>
          <p:nvPr/>
        </p:nvSpPr>
        <p:spPr>
          <a:xfrm>
            <a:off x="6309360" y="1463040"/>
            <a:ext cx="594000" cy="594000"/>
          </a:xfrm>
          <a:prstGeom prst="ellipse">
            <a:avLst/>
          </a:prstGeom>
          <a:solidFill>
            <a:schemeClr val="accent2"/>
          </a:solidFill>
          <a:ln w="12600">
            <a:solidFill>
              <a:schemeClr val="accent2"/>
            </a:solidFill>
            <a:round/>
          </a:ln>
        </p:spPr>
        <p:style>
          <a:lnRef idx="0"/>
          <a:fillRef idx="0"/>
          <a:effectRef idx="0"/>
          <a:fontRef idx="minor"/>
        </p:style>
      </p:sp>
      <p:pic>
        <p:nvPicPr>
          <p:cNvPr id="341" name="Bewertung 3 Symbol" descr=""/>
          <p:cNvPicPr/>
          <p:nvPr/>
        </p:nvPicPr>
        <p:blipFill>
          <a:blip r:embed="rId3"/>
          <a:stretch/>
        </p:blipFill>
        <p:spPr>
          <a:xfrm>
            <a:off x="6458040" y="1611720"/>
            <a:ext cx="297000" cy="297000"/>
          </a:xfrm>
          <a:prstGeom prst="rect">
            <a:avLst/>
          </a:prstGeom>
          <a:ln>
            <a:noFill/>
          </a:ln>
        </p:spPr>
      </p:pic>
      <p:sp>
        <p:nvSpPr>
          <p:cNvPr id="342" name="CustomShape 12"/>
          <p:cNvSpPr/>
          <p:nvPr/>
        </p:nvSpPr>
        <p:spPr>
          <a:xfrm>
            <a:off x="7040880" y="1527120"/>
            <a:ext cx="1554120" cy="456840"/>
          </a:xfrm>
          <a:prstGeom prst="rect">
            <a:avLst/>
          </a:prstGeom>
          <a:noFill/>
          <a:ln>
            <a:noFill/>
          </a:ln>
        </p:spPr>
        <p:style>
          <a:lnRef idx="0"/>
          <a:fillRef idx="0"/>
          <a:effectRef idx="0"/>
          <a:fontRef idx="minor"/>
        </p:style>
        <p:txBody>
          <a:bodyPr lIns="0" rIns="0" tIns="0" bIns="0" anchor="ctr">
            <a:noAutofit/>
          </a:bodyPr>
          <a:p>
            <a:pPr>
              <a:lnSpc>
                <a:spcPct val="100000"/>
              </a:lnSpc>
            </a:pPr>
            <a:r>
              <a:rPr b="1" lang="de-DE" sz="1500" spc="-1" strike="noStrike">
                <a:solidFill>
                  <a:srgbClr val="1a1a1a"/>
                </a:solidFill>
                <a:latin typeface="Arial"/>
              </a:rPr>
              <a:t>Arbeitplatz und Projekt</a:t>
            </a:r>
            <a:endParaRPr b="0" lang="de-DE" sz="1500" spc="-1" strike="noStrike">
              <a:latin typeface="Arial"/>
            </a:endParaRPr>
          </a:p>
        </p:txBody>
      </p:sp>
      <p:sp>
        <p:nvSpPr>
          <p:cNvPr id="343" name="CustomShape 13"/>
          <p:cNvSpPr/>
          <p:nvPr/>
        </p:nvSpPr>
        <p:spPr>
          <a:xfrm>
            <a:off x="6309360" y="2240280"/>
            <a:ext cx="2239920" cy="2285640"/>
          </a:xfrm>
          <a:prstGeom prst="rect">
            <a:avLst/>
          </a:prstGeom>
          <a:noFill/>
          <a:ln>
            <a:noFill/>
          </a:ln>
        </p:spPr>
        <p:style>
          <a:lnRef idx="0"/>
          <a:fillRef idx="0"/>
          <a:effectRef idx="0"/>
          <a:fontRef idx="minor"/>
        </p:style>
        <p:txBody>
          <a:bodyPr lIns="0" rIns="0" tIns="0" bIns="0">
            <a:noAutofit/>
          </a:bodyPr>
          <a:p>
            <a:pPr marL="177840" indent="-177480">
              <a:lnSpc>
                <a:spcPct val="100000"/>
              </a:lnSpc>
              <a:spcAft>
                <a:spcPts val="499"/>
              </a:spcAft>
              <a:buClr>
                <a:srgbClr val="1a1a1a"/>
              </a:buClr>
              <a:buFont typeface="Symbol" charset="2"/>
              <a:buChar char=""/>
            </a:pPr>
            <a:r>
              <a:rPr b="0" lang="de-DE" sz="1300" spc="-1" strike="noStrike">
                <a:solidFill>
                  <a:srgbClr val="1a1a1a"/>
                </a:solidFill>
                <a:latin typeface="Arial"/>
              </a:rPr>
              <a:t>Flexible Arbeitszeiten </a:t>
            </a:r>
            <a:endParaRPr b="0" lang="de-DE" sz="1300" spc="-1" strike="noStrike">
              <a:latin typeface="Arial"/>
            </a:endParaRPr>
          </a:p>
          <a:p>
            <a:pPr marL="177840" indent="-177480">
              <a:lnSpc>
                <a:spcPct val="100000"/>
              </a:lnSpc>
              <a:spcAft>
                <a:spcPts val="499"/>
              </a:spcAft>
              <a:buClr>
                <a:srgbClr val="1a1a1a"/>
              </a:buClr>
              <a:buFont typeface="Symbol" charset="2"/>
              <a:buChar char=""/>
            </a:pPr>
            <a:endParaRPr b="0" lang="de-DE" sz="1300" spc="-1" strike="noStrike">
              <a:latin typeface="Arial"/>
            </a:endParaRPr>
          </a:p>
          <a:p>
            <a:pPr marL="177840" indent="-177480">
              <a:lnSpc>
                <a:spcPct val="100000"/>
              </a:lnSpc>
              <a:spcAft>
                <a:spcPts val="499"/>
              </a:spcAft>
              <a:buClr>
                <a:srgbClr val="1a1a1a"/>
              </a:buClr>
              <a:buFont typeface="Symbol" charset="2"/>
              <a:buChar char=""/>
            </a:pPr>
            <a:r>
              <a:rPr b="0" lang="de-DE" sz="1300" spc="-1" strike="noStrike">
                <a:solidFill>
                  <a:srgbClr val="1a1a1a"/>
                </a:solidFill>
                <a:latin typeface="Arial"/>
              </a:rPr>
              <a:t>Homeoffice mit Einschränkungen auf Hardware möglich</a:t>
            </a:r>
            <a:endParaRPr b="0" lang="de-DE" sz="1300" spc="-1" strike="noStrike">
              <a:latin typeface="Arial"/>
            </a:endParaRPr>
          </a:p>
          <a:p>
            <a:pPr marL="177840" indent="-177480">
              <a:lnSpc>
                <a:spcPct val="100000"/>
              </a:lnSpc>
              <a:spcAft>
                <a:spcPts val="499"/>
              </a:spcAft>
              <a:buClr>
                <a:srgbClr val="1a1a1a"/>
              </a:buClr>
              <a:buFont typeface="Symbol" charset="2"/>
              <a:buChar char=""/>
            </a:pPr>
            <a:endParaRPr b="0" lang="de-DE" sz="1300" spc="-1" strike="noStrike">
              <a:latin typeface="Arial"/>
            </a:endParaRPr>
          </a:p>
          <a:p>
            <a:pPr marL="177840" indent="-177480">
              <a:lnSpc>
                <a:spcPct val="100000"/>
              </a:lnSpc>
              <a:spcAft>
                <a:spcPts val="499"/>
              </a:spcAft>
              <a:buClr>
                <a:srgbClr val="1a1a1a"/>
              </a:buClr>
              <a:buFont typeface="Symbol" charset="2"/>
              <a:buChar char=""/>
            </a:pPr>
            <a:r>
              <a:rPr b="0" lang="de-DE" sz="1300" spc="-1" strike="noStrike">
                <a:solidFill>
                  <a:srgbClr val="1a1a1a"/>
                </a:solidFill>
                <a:latin typeface="Arial"/>
              </a:rPr>
              <a:t>Zukunftsorientiert , hoher Lernfaktor</a:t>
            </a:r>
            <a:endParaRPr b="0" lang="de-DE" sz="1300" spc="-1" strike="noStrike">
              <a:latin typeface="Arial"/>
            </a:endParaRPr>
          </a:p>
        </p:txBody>
      </p:sp>
      <p:sp>
        <p:nvSpPr>
          <p:cNvPr id="344" name="TextShape 14"/>
          <p:cNvSpPr txBox="1"/>
          <p:nvPr/>
        </p:nvSpPr>
        <p:spPr>
          <a:xfrm>
            <a:off x="8321040" y="4869360"/>
            <a:ext cx="456840" cy="273960"/>
          </a:xfrm>
          <a:prstGeom prst="rect">
            <a:avLst/>
          </a:prstGeom>
          <a:noFill/>
          <a:ln>
            <a:noFill/>
          </a:ln>
        </p:spPr>
        <p:txBody>
          <a:bodyPr lIns="90000" rIns="90000" tIns="45000" bIns="45000" anchor="ctr">
            <a:noAutofit/>
          </a:bodyPr>
          <a:p>
            <a:pPr algn="r">
              <a:lnSpc>
                <a:spcPct val="100000"/>
              </a:lnSpc>
            </a:pPr>
            <a:fld id="{15056465-D168-484C-BC36-CDE7085A18BA}" type="slidenum">
              <a:rPr b="0" lang="de-DE" sz="900" spc="-1" strike="noStrike">
                <a:solidFill>
                  <a:srgbClr val="ffffff"/>
                </a:solidFill>
                <a:latin typeface="Arial"/>
              </a:rPr>
              <a:t>1</a:t>
            </a:fld>
            <a:endParaRPr b="0" lang="de-DE" sz="900" spc="-1" strike="noStrike">
              <a:latin typeface="Times New Roman"/>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5" name="TextShape 1"/>
          <p:cNvSpPr txBox="1"/>
          <p:nvPr/>
        </p:nvSpPr>
        <p:spPr>
          <a:xfrm>
            <a:off x="457200" y="658440"/>
            <a:ext cx="8229240" cy="548280"/>
          </a:xfrm>
          <a:prstGeom prst="rect">
            <a:avLst/>
          </a:prstGeom>
          <a:noFill/>
          <a:ln>
            <a:noFill/>
          </a:ln>
        </p:spPr>
        <p:txBody>
          <a:bodyPr lIns="0" rIns="0" tIns="0" bIns="0" anchor="ctr">
            <a:noAutofit/>
          </a:bodyPr>
          <a:p>
            <a:pPr>
              <a:lnSpc>
                <a:spcPct val="100000"/>
              </a:lnSpc>
            </a:pPr>
            <a:r>
              <a:rPr b="1" lang="de-DE" sz="2400" spc="-1" strike="noStrike">
                <a:solidFill>
                  <a:srgbClr val="1a1a1a"/>
                </a:solidFill>
                <a:latin typeface="Arial"/>
              </a:rPr>
              <a:t>Ausblick für die Bachelorarbeit</a:t>
            </a:r>
            <a:endParaRPr b="0" lang="de-DE" sz="2400" spc="-1" strike="noStrike">
              <a:solidFill>
                <a:srgbClr val="1a1a1a"/>
              </a:solidFill>
              <a:latin typeface="Arial"/>
            </a:endParaRPr>
          </a:p>
        </p:txBody>
      </p:sp>
      <p:sp>
        <p:nvSpPr>
          <p:cNvPr id="346" name="CustomShape 2"/>
          <p:cNvSpPr/>
          <p:nvPr/>
        </p:nvSpPr>
        <p:spPr>
          <a:xfrm>
            <a:off x="457200" y="1325880"/>
            <a:ext cx="8229240" cy="1051200"/>
          </a:xfrm>
          <a:prstGeom prst="roundRect">
            <a:avLst>
              <a:gd name="adj" fmla="val 5217"/>
            </a:avLst>
          </a:prstGeom>
          <a:solidFill>
            <a:srgbClr val="000000"/>
          </a:solidFill>
          <a:ln w="12600">
            <a:solidFill>
              <a:srgbClr val="000000"/>
            </a:solidFill>
            <a:round/>
          </a:ln>
        </p:spPr>
        <p:style>
          <a:lnRef idx="0"/>
          <a:fillRef idx="0"/>
          <a:effectRef idx="0"/>
          <a:fontRef idx="minor"/>
        </p:style>
      </p:sp>
      <p:sp>
        <p:nvSpPr>
          <p:cNvPr id="347" name="CustomShape 3"/>
          <p:cNvSpPr/>
          <p:nvPr/>
        </p:nvSpPr>
        <p:spPr>
          <a:xfrm>
            <a:off x="640080" y="1527120"/>
            <a:ext cx="639720" cy="639720"/>
          </a:xfrm>
          <a:prstGeom prst="ellipse">
            <a:avLst/>
          </a:prstGeom>
          <a:solidFill>
            <a:schemeClr val="accent1"/>
          </a:solidFill>
          <a:ln w="12600">
            <a:solidFill>
              <a:schemeClr val="accent1"/>
            </a:solidFill>
            <a:round/>
          </a:ln>
        </p:spPr>
        <p:style>
          <a:lnRef idx="0"/>
          <a:fillRef idx="0"/>
          <a:effectRef idx="0"/>
          <a:fontRef idx="minor"/>
        </p:style>
      </p:sp>
      <p:pic>
        <p:nvPicPr>
          <p:cNvPr id="348" name="Thema Symbol" descr=""/>
          <p:cNvPicPr/>
          <p:nvPr/>
        </p:nvPicPr>
        <p:blipFill>
          <a:blip r:embed="rId1"/>
          <a:stretch/>
        </p:blipFill>
        <p:spPr>
          <a:xfrm>
            <a:off x="800280" y="1686960"/>
            <a:ext cx="319680" cy="319680"/>
          </a:xfrm>
          <a:prstGeom prst="rect">
            <a:avLst/>
          </a:prstGeom>
          <a:ln>
            <a:noFill/>
          </a:ln>
        </p:spPr>
      </p:pic>
      <p:sp>
        <p:nvSpPr>
          <p:cNvPr id="349" name="CustomShape 4"/>
          <p:cNvSpPr/>
          <p:nvPr/>
        </p:nvSpPr>
        <p:spPr>
          <a:xfrm>
            <a:off x="1463040" y="1325880"/>
            <a:ext cx="7040520" cy="1051200"/>
          </a:xfrm>
          <a:prstGeom prst="rect">
            <a:avLst/>
          </a:prstGeom>
          <a:noFill/>
          <a:ln>
            <a:noFill/>
          </a:ln>
        </p:spPr>
        <p:style>
          <a:lnRef idx="0"/>
          <a:fillRef idx="0"/>
          <a:effectRef idx="0"/>
          <a:fontRef idx="minor"/>
        </p:style>
        <p:txBody>
          <a:bodyPr lIns="0" rIns="0" tIns="0" bIns="0" anchor="ctr">
            <a:noAutofit/>
          </a:bodyPr>
          <a:p>
            <a:pPr>
              <a:lnSpc>
                <a:spcPct val="100000"/>
              </a:lnSpc>
            </a:pPr>
            <a:r>
              <a:rPr b="1" lang="de-DE" sz="1400" spc="-1" strike="noStrike">
                <a:solidFill>
                  <a:srgbClr val="ffffff"/>
                </a:solidFill>
                <a:latin typeface="Arial"/>
              </a:rPr>
              <a:t>Vergleich von Strommessverfahren in einem STM32-basierten H-Brücken-Wechselrichter für ein Modellhaus: ACS712 gegenüber integrierter Strommessung (IS) des BTS7960</a:t>
            </a:r>
            <a:endParaRPr b="0" lang="de-DE" sz="1400" spc="-1" strike="noStrike">
              <a:latin typeface="Arial"/>
            </a:endParaRPr>
          </a:p>
        </p:txBody>
      </p:sp>
      <p:sp>
        <p:nvSpPr>
          <p:cNvPr id="350" name="CustomShape 5"/>
          <p:cNvSpPr/>
          <p:nvPr/>
        </p:nvSpPr>
        <p:spPr>
          <a:xfrm>
            <a:off x="457200" y="2606040"/>
            <a:ext cx="2559960" cy="2011320"/>
          </a:xfrm>
          <a:prstGeom prst="roundRect">
            <a:avLst>
              <a:gd name="adj" fmla="val 2727"/>
            </a:avLst>
          </a:prstGeom>
          <a:solidFill>
            <a:srgbClr val="eff2f0"/>
          </a:solidFill>
          <a:ln w="12600">
            <a:solidFill>
              <a:srgbClr val="eff2f0"/>
            </a:solidFill>
            <a:round/>
          </a:ln>
        </p:spPr>
        <p:style>
          <a:lnRef idx="0"/>
          <a:fillRef idx="0"/>
          <a:effectRef idx="0"/>
          <a:fontRef idx="minor"/>
        </p:style>
      </p:sp>
      <p:sp>
        <p:nvSpPr>
          <p:cNvPr id="351" name="CustomShape 6"/>
          <p:cNvSpPr/>
          <p:nvPr/>
        </p:nvSpPr>
        <p:spPr>
          <a:xfrm>
            <a:off x="640080" y="2743200"/>
            <a:ext cx="548280" cy="548280"/>
          </a:xfrm>
          <a:prstGeom prst="ellipse">
            <a:avLst/>
          </a:prstGeom>
          <a:solidFill>
            <a:schemeClr val="accent2"/>
          </a:solidFill>
          <a:ln w="12600">
            <a:solidFill>
              <a:schemeClr val="accent2"/>
            </a:solidFill>
            <a:round/>
          </a:ln>
        </p:spPr>
        <p:style>
          <a:lnRef idx="0"/>
          <a:fillRef idx="0"/>
          <a:effectRef idx="0"/>
          <a:fontRef idx="minor"/>
        </p:style>
      </p:sp>
      <p:pic>
        <p:nvPicPr>
          <p:cNvPr id="352" name="Ausblick 1 Symbol" descr=""/>
          <p:cNvPicPr/>
          <p:nvPr/>
        </p:nvPicPr>
        <p:blipFill>
          <a:blip r:embed="rId2"/>
          <a:stretch/>
        </p:blipFill>
        <p:spPr>
          <a:xfrm>
            <a:off x="777240" y="2880360"/>
            <a:ext cx="273960" cy="273960"/>
          </a:xfrm>
          <a:prstGeom prst="rect">
            <a:avLst/>
          </a:prstGeom>
          <a:ln>
            <a:noFill/>
          </a:ln>
        </p:spPr>
      </p:pic>
      <p:sp>
        <p:nvSpPr>
          <p:cNvPr id="353" name="CustomShape 7"/>
          <p:cNvSpPr/>
          <p:nvPr/>
        </p:nvSpPr>
        <p:spPr>
          <a:xfrm>
            <a:off x="1325880" y="2788920"/>
            <a:ext cx="1599840" cy="456840"/>
          </a:xfrm>
          <a:prstGeom prst="rect">
            <a:avLst/>
          </a:prstGeom>
          <a:noFill/>
          <a:ln>
            <a:noFill/>
          </a:ln>
        </p:spPr>
        <p:style>
          <a:lnRef idx="0"/>
          <a:fillRef idx="0"/>
          <a:effectRef idx="0"/>
          <a:fontRef idx="minor"/>
        </p:style>
        <p:txBody>
          <a:bodyPr lIns="0" rIns="0" tIns="0" bIns="0" anchor="ctr">
            <a:noAutofit/>
          </a:bodyPr>
          <a:p>
            <a:pPr>
              <a:lnSpc>
                <a:spcPct val="100000"/>
              </a:lnSpc>
            </a:pPr>
            <a:r>
              <a:rPr b="1" lang="de-DE" sz="1400" spc="-1" strike="noStrike">
                <a:solidFill>
                  <a:srgbClr val="1a1a1a"/>
                </a:solidFill>
                <a:latin typeface="Arial"/>
              </a:rPr>
              <a:t>Vergleich</a:t>
            </a:r>
            <a:endParaRPr b="0" lang="de-DE" sz="1400" spc="-1" strike="noStrike">
              <a:latin typeface="Arial"/>
            </a:endParaRPr>
          </a:p>
        </p:txBody>
      </p:sp>
      <p:sp>
        <p:nvSpPr>
          <p:cNvPr id="354" name="CustomShape 8"/>
          <p:cNvSpPr/>
          <p:nvPr/>
        </p:nvSpPr>
        <p:spPr>
          <a:xfrm>
            <a:off x="640080" y="3429000"/>
            <a:ext cx="2194200" cy="1096920"/>
          </a:xfrm>
          <a:prstGeom prst="rect">
            <a:avLst/>
          </a:prstGeom>
          <a:noFill/>
          <a:ln>
            <a:noFill/>
          </a:ln>
        </p:spPr>
        <p:style>
          <a:lnRef idx="0"/>
          <a:fillRef idx="0"/>
          <a:effectRef idx="0"/>
          <a:fontRef idx="minor"/>
        </p:style>
        <p:txBody>
          <a:bodyPr lIns="0" rIns="0" tIns="0" bIns="0">
            <a:noAutofit/>
          </a:bodyPr>
          <a:p>
            <a:pPr>
              <a:lnSpc>
                <a:spcPct val="100000"/>
              </a:lnSpc>
            </a:pPr>
            <a:r>
              <a:rPr b="0" lang="de-DE" sz="1200" spc="-1" strike="noStrike">
                <a:solidFill>
                  <a:srgbClr val="1a1a1a"/>
                </a:solidFill>
                <a:latin typeface="Arial"/>
              </a:rPr>
              <a:t>Hall-Sensor ACS712 gegenüber den Strommessausgängen IS_R und IS_L der H-Brücke</a:t>
            </a:r>
            <a:endParaRPr b="0" lang="de-DE" sz="1200" spc="-1" strike="noStrike">
              <a:latin typeface="Arial"/>
            </a:endParaRPr>
          </a:p>
        </p:txBody>
      </p:sp>
      <p:sp>
        <p:nvSpPr>
          <p:cNvPr id="355" name="CustomShape 9"/>
          <p:cNvSpPr/>
          <p:nvPr/>
        </p:nvSpPr>
        <p:spPr>
          <a:xfrm>
            <a:off x="3291840" y="2606040"/>
            <a:ext cx="2559960" cy="2011320"/>
          </a:xfrm>
          <a:prstGeom prst="roundRect">
            <a:avLst>
              <a:gd name="adj" fmla="val 2727"/>
            </a:avLst>
          </a:prstGeom>
          <a:solidFill>
            <a:srgbClr val="eff2f0"/>
          </a:solidFill>
          <a:ln w="12600">
            <a:solidFill>
              <a:srgbClr val="eff2f0"/>
            </a:solidFill>
            <a:round/>
          </a:ln>
        </p:spPr>
        <p:style>
          <a:lnRef idx="0"/>
          <a:fillRef idx="0"/>
          <a:effectRef idx="0"/>
          <a:fontRef idx="minor"/>
        </p:style>
      </p:sp>
      <p:sp>
        <p:nvSpPr>
          <p:cNvPr id="356" name="CustomShape 10"/>
          <p:cNvSpPr/>
          <p:nvPr/>
        </p:nvSpPr>
        <p:spPr>
          <a:xfrm>
            <a:off x="3474720" y="2743200"/>
            <a:ext cx="548280" cy="548280"/>
          </a:xfrm>
          <a:prstGeom prst="ellipse">
            <a:avLst/>
          </a:prstGeom>
          <a:solidFill>
            <a:schemeClr val="accent2"/>
          </a:solidFill>
          <a:ln w="12600">
            <a:solidFill>
              <a:schemeClr val="accent2"/>
            </a:solidFill>
            <a:round/>
          </a:ln>
        </p:spPr>
        <p:style>
          <a:lnRef idx="0"/>
          <a:fillRef idx="0"/>
          <a:effectRef idx="0"/>
          <a:fontRef idx="minor"/>
        </p:style>
      </p:sp>
      <p:pic>
        <p:nvPicPr>
          <p:cNvPr id="357" name="Ausblick 2 Symbol" descr=""/>
          <p:cNvPicPr/>
          <p:nvPr/>
        </p:nvPicPr>
        <p:blipFill>
          <a:blip r:embed="rId3"/>
          <a:stretch/>
        </p:blipFill>
        <p:spPr>
          <a:xfrm>
            <a:off x="3611880" y="2880360"/>
            <a:ext cx="273960" cy="273960"/>
          </a:xfrm>
          <a:prstGeom prst="rect">
            <a:avLst/>
          </a:prstGeom>
          <a:ln>
            <a:noFill/>
          </a:ln>
        </p:spPr>
      </p:pic>
      <p:sp>
        <p:nvSpPr>
          <p:cNvPr id="358" name="CustomShape 11"/>
          <p:cNvSpPr/>
          <p:nvPr/>
        </p:nvSpPr>
        <p:spPr>
          <a:xfrm>
            <a:off x="4160520" y="2788920"/>
            <a:ext cx="1599840" cy="456840"/>
          </a:xfrm>
          <a:prstGeom prst="rect">
            <a:avLst/>
          </a:prstGeom>
          <a:noFill/>
          <a:ln>
            <a:noFill/>
          </a:ln>
        </p:spPr>
        <p:style>
          <a:lnRef idx="0"/>
          <a:fillRef idx="0"/>
          <a:effectRef idx="0"/>
          <a:fontRef idx="minor"/>
        </p:style>
        <p:txBody>
          <a:bodyPr lIns="0" rIns="0" tIns="0" bIns="0" anchor="ctr">
            <a:noAutofit/>
          </a:bodyPr>
          <a:p>
            <a:pPr>
              <a:lnSpc>
                <a:spcPct val="100000"/>
              </a:lnSpc>
            </a:pPr>
            <a:r>
              <a:rPr b="1" lang="de-DE" sz="1400" spc="-1" strike="noStrike">
                <a:solidFill>
                  <a:srgbClr val="1a1a1a"/>
                </a:solidFill>
                <a:latin typeface="Arial"/>
              </a:rPr>
              <a:t>Schwerpunkt Einspeisung</a:t>
            </a:r>
            <a:endParaRPr b="0" lang="de-DE" sz="1400" spc="-1" strike="noStrike">
              <a:latin typeface="Arial"/>
            </a:endParaRPr>
          </a:p>
        </p:txBody>
      </p:sp>
      <p:sp>
        <p:nvSpPr>
          <p:cNvPr id="359" name="CustomShape 12"/>
          <p:cNvSpPr/>
          <p:nvPr/>
        </p:nvSpPr>
        <p:spPr>
          <a:xfrm>
            <a:off x="3474720" y="3429000"/>
            <a:ext cx="2194200" cy="1096920"/>
          </a:xfrm>
          <a:prstGeom prst="rect">
            <a:avLst/>
          </a:prstGeom>
          <a:noFill/>
          <a:ln>
            <a:noFill/>
          </a:ln>
        </p:spPr>
        <p:style>
          <a:lnRef idx="0"/>
          <a:fillRef idx="0"/>
          <a:effectRef idx="0"/>
          <a:fontRef idx="minor"/>
        </p:style>
        <p:txBody>
          <a:bodyPr lIns="0" rIns="0" tIns="0" bIns="0">
            <a:noAutofit/>
          </a:bodyPr>
          <a:p>
            <a:pPr>
              <a:lnSpc>
                <a:spcPct val="100000"/>
              </a:lnSpc>
            </a:pPr>
            <a:r>
              <a:rPr b="0" lang="de-DE" sz="1200" spc="-1" strike="noStrike">
                <a:solidFill>
                  <a:srgbClr val="1a1a1a"/>
                </a:solidFill>
                <a:latin typeface="Arial"/>
              </a:rPr>
              <a:t>Zweiter Wechselrichter als „Solaranlage“ des Modellhauses, mit einfacher PLL und PI-Regler</a:t>
            </a:r>
            <a:endParaRPr b="0" lang="de-DE" sz="1200" spc="-1" strike="noStrike">
              <a:latin typeface="Arial"/>
            </a:endParaRPr>
          </a:p>
        </p:txBody>
      </p:sp>
      <p:pic>
        <p:nvPicPr>
          <p:cNvPr id="360" name="Ausblick 3 Symbol" descr=""/>
          <p:cNvPicPr/>
          <p:nvPr/>
        </p:nvPicPr>
        <p:blipFill>
          <a:blip r:embed="rId4"/>
          <a:stretch/>
        </p:blipFill>
        <p:spPr>
          <a:xfrm>
            <a:off x="6446520" y="2880360"/>
            <a:ext cx="273960" cy="273960"/>
          </a:xfrm>
          <a:prstGeom prst="rect">
            <a:avLst/>
          </a:prstGeom>
          <a:ln>
            <a:noFill/>
          </a:ln>
        </p:spPr>
      </p:pic>
      <p:sp>
        <p:nvSpPr>
          <p:cNvPr id="361" name="CustomShape 13"/>
          <p:cNvSpPr/>
          <p:nvPr/>
        </p:nvSpPr>
        <p:spPr>
          <a:xfrm>
            <a:off x="6995160" y="2788920"/>
            <a:ext cx="1599840" cy="456840"/>
          </a:xfrm>
          <a:prstGeom prst="rect">
            <a:avLst/>
          </a:prstGeom>
          <a:noFill/>
          <a:ln>
            <a:noFill/>
          </a:ln>
        </p:spPr>
        <p:style>
          <a:lnRef idx="0"/>
          <a:fillRef idx="0"/>
          <a:effectRef idx="0"/>
          <a:fontRef idx="minor"/>
        </p:style>
      </p:sp>
      <p:sp>
        <p:nvSpPr>
          <p:cNvPr id="362" name="CustomShape 14"/>
          <p:cNvSpPr/>
          <p:nvPr/>
        </p:nvSpPr>
        <p:spPr>
          <a:xfrm>
            <a:off x="6309360" y="3429000"/>
            <a:ext cx="2194200" cy="1096920"/>
          </a:xfrm>
          <a:prstGeom prst="rect">
            <a:avLst/>
          </a:prstGeom>
          <a:noFill/>
          <a:ln>
            <a:noFill/>
          </a:ln>
        </p:spPr>
        <p:style>
          <a:lnRef idx="0"/>
          <a:fillRef idx="0"/>
          <a:effectRef idx="0"/>
          <a:fontRef idx="minor"/>
        </p:style>
      </p:sp>
      <p:sp>
        <p:nvSpPr>
          <p:cNvPr id="363" name="TextShape 15"/>
          <p:cNvSpPr txBox="1"/>
          <p:nvPr/>
        </p:nvSpPr>
        <p:spPr>
          <a:xfrm>
            <a:off x="8321040" y="4869360"/>
            <a:ext cx="456840" cy="273960"/>
          </a:xfrm>
          <a:prstGeom prst="rect">
            <a:avLst/>
          </a:prstGeom>
          <a:noFill/>
          <a:ln>
            <a:noFill/>
          </a:ln>
        </p:spPr>
        <p:txBody>
          <a:bodyPr lIns="90000" rIns="90000" tIns="45000" bIns="45000" anchor="ctr">
            <a:noAutofit/>
          </a:bodyPr>
          <a:p>
            <a:pPr algn="r">
              <a:lnSpc>
                <a:spcPct val="100000"/>
              </a:lnSpc>
            </a:pPr>
            <a:fld id="{9AB9FBE0-413D-4CE1-B2C6-2D77EE9F61C4}" type="slidenum">
              <a:rPr b="0" lang="de-DE" sz="900" spc="-1" strike="noStrike">
                <a:solidFill>
                  <a:srgbClr val="ffffff"/>
                </a:solidFill>
                <a:latin typeface="Arial"/>
              </a:rPr>
              <a:t>1</a:t>
            </a:fld>
            <a:endParaRPr b="0" lang="de-DE" sz="900" spc="-1" strike="noStrike">
              <a:latin typeface="Times New Roman"/>
            </a:endParaRPr>
          </a:p>
        </p:txBody>
      </p:sp>
      <p:sp>
        <p:nvSpPr>
          <p:cNvPr id="364" name="TextShape 16"/>
          <p:cNvSpPr txBox="1"/>
          <p:nvPr/>
        </p:nvSpPr>
        <p:spPr>
          <a:xfrm>
            <a:off x="6428160" y="2491920"/>
            <a:ext cx="1288800" cy="490320"/>
          </a:xfrm>
          <a:prstGeom prst="rect">
            <a:avLst/>
          </a:prstGeom>
          <a:noFill/>
          <a:ln>
            <a:noFill/>
          </a:ln>
        </p:spPr>
        <p:txBody>
          <a:bodyPr lIns="90000" rIns="90000" tIns="45000" bIns="45000">
            <a:spAutoFit/>
          </a:bodyPr>
          <a:p>
            <a:endParaRPr b="0" lang="de-DE" sz="1800" spc="-1" strike="noStrike">
              <a:latin typeface="Arial"/>
            </a:endParaRPr>
          </a:p>
          <a:p>
            <a:endParaRPr b="0" lang="de-DE" sz="1800" spc="-1" strike="noStrike">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00000"/>
      </a:dk2>
      <a:lt2>
        <a:srgbClr val="eff2f0"/>
      </a:lt2>
      <a:accent1>
        <a:srgbClr val="80ba24"/>
      </a:accent1>
      <a:accent2>
        <a:srgbClr val="4b545c"/>
      </a:accent2>
      <a:accent3>
        <a:srgbClr val="f2a900"/>
      </a:accent3>
      <a:accent4>
        <a:srgbClr val="1f8a70"/>
      </a:accent4>
      <a:accent5>
        <a:srgbClr val="a9b1b6"/>
      </a:accent5>
      <a:accent6>
        <a:srgbClr val="c0392b"/>
      </a:accent6>
      <a:hlink>
        <a:srgbClr val="1f8a70"/>
      </a:hlink>
      <a:folHlink>
        <a:srgbClr val="4b545c"/>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00000"/>
      </a:dk2>
      <a:lt2>
        <a:srgbClr val="eff2f0"/>
      </a:lt2>
      <a:accent1>
        <a:srgbClr val="80ba24"/>
      </a:accent1>
      <a:accent2>
        <a:srgbClr val="4b545c"/>
      </a:accent2>
      <a:accent3>
        <a:srgbClr val="f2a900"/>
      </a:accent3>
      <a:accent4>
        <a:srgbClr val="1f8a70"/>
      </a:accent4>
      <a:accent5>
        <a:srgbClr val="a9b1b6"/>
      </a:accent5>
      <a:accent6>
        <a:srgbClr val="c0392b"/>
      </a:accent6>
      <a:hlink>
        <a:srgbClr val="1f8a70"/>
      </a:hlink>
      <a:folHlink>
        <a:srgbClr val="4b545c"/>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00000"/>
      </a:dk2>
      <a:lt2>
        <a:srgbClr val="eff2f0"/>
      </a:lt2>
      <a:accent1>
        <a:srgbClr val="80ba24"/>
      </a:accent1>
      <a:accent2>
        <a:srgbClr val="4b545c"/>
      </a:accent2>
      <a:accent3>
        <a:srgbClr val="f2a900"/>
      </a:accent3>
      <a:accent4>
        <a:srgbClr val="1f8a70"/>
      </a:accent4>
      <a:accent5>
        <a:srgbClr val="a9b1b6"/>
      </a:accent5>
      <a:accent6>
        <a:srgbClr val="c0392b"/>
      </a:accent6>
      <a:hlink>
        <a:srgbClr val="1f8a70"/>
      </a:hlink>
      <a:folHlink>
        <a:srgbClr val="4b545c"/>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5</TotalTime>
  <Application>Trio_Office/6.2.8.2$Windows_x86 LibreOffice_project/</Application>
  <Words>0</Words>
  <Paragraphs>0</Paragraphs>
  <Company>PptxGenJS</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2026-10-06T13:29:31Z</dcterms:created>
  <dc:creator>Gaby Fotio</dc:creator>
  <dc:description/>
  <dc:language>de-DE</dc:language>
  <cp:lastModifiedBy/>
  <dcterms:modified xsi:type="dcterms:W3CDTF">2026-10-06T16:51:14Z</dcterms:modified>
  <cp:revision>2</cp:revision>
  <dc:subject>PptxGenJS Presentation</dc:subject>
  <dc:title>Wechselrichter für ein Modellhaus – Projektphase</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Company">
    <vt:lpwstr>PptxGenJS</vt:lpwstr>
  </property>
  <property fmtid="{D5CDD505-2E9C-101B-9397-08002B2CF9AE}" pid="4" name="HiddenSlides">
    <vt:i4>0</vt:i4>
  </property>
  <property fmtid="{D5CDD505-2E9C-101B-9397-08002B2CF9AE}" pid="5" name="HyperlinksChanged">
    <vt:bool>0</vt:bool>
  </property>
  <property fmtid="{D5CDD505-2E9C-101B-9397-08002B2CF9AE}" pid="6" name="LinksUpToDate">
    <vt:bool>0</vt:bool>
  </property>
  <property fmtid="{D5CDD505-2E9C-101B-9397-08002B2CF9AE}" pid="7" name="MMClips">
    <vt:i4>0</vt:i4>
  </property>
  <property fmtid="{D5CDD505-2E9C-101B-9397-08002B2CF9AE}" pid="8" name="Notes">
    <vt:i4>13</vt:i4>
  </property>
  <property fmtid="{D5CDD505-2E9C-101B-9397-08002B2CF9AE}" pid="9" name="PresentationFormat">
    <vt:lpwstr>On-screen Show (16:9)</vt:lpwstr>
  </property>
  <property fmtid="{D5CDD505-2E9C-101B-9397-08002B2CF9AE}" pid="10" name="ScaleCrop">
    <vt:bool>0</vt:bool>
  </property>
  <property fmtid="{D5CDD505-2E9C-101B-9397-08002B2CF9AE}" pid="11" name="ShareDoc">
    <vt:bool>0</vt:bool>
  </property>
  <property fmtid="{D5CDD505-2E9C-101B-9397-08002B2CF9AE}" pid="12" name="Slides">
    <vt:i4>13</vt:i4>
  </property>
</Properties>
</file>